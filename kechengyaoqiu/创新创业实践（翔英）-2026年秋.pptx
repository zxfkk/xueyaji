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heme/theme3.xml" ContentType="application/vnd.openxmlformats-officedocument.them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1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sldIdLst>
    <p:sldId id="262" r:id="rId3"/>
    <p:sldId id="264" r:id="rId4"/>
    <p:sldId id="300" r:id="rId5"/>
    <p:sldId id="275" r:id="rId6"/>
    <p:sldId id="293" r:id="rId7"/>
    <p:sldId id="284" r:id="rId8"/>
    <p:sldId id="310" r:id="rId9"/>
    <p:sldId id="279" r:id="rId10"/>
    <p:sldId id="285" r:id="rId11"/>
    <p:sldId id="274" r:id="rId12"/>
    <p:sldId id="289" r:id="rId13"/>
    <p:sldId id="290" r:id="rId14"/>
    <p:sldId id="268" r:id="rId15"/>
    <p:sldId id="280" r:id="rId16"/>
    <p:sldId id="267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7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>
        <p:scale>
          <a:sx n="119" d="100"/>
          <a:sy n="119" d="100"/>
        </p:scale>
        <p:origin x="-10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612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9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3.png"/><Relationship Id="rId5" Type="http://schemas.openxmlformats.org/officeDocument/2006/relationships/tags" Target="../tags/tag39.xml"/><Relationship Id="rId10" Type="http://schemas.openxmlformats.org/officeDocument/2006/relationships/image" Target="../media/image2.png"/><Relationship Id="rId4" Type="http://schemas.openxmlformats.org/officeDocument/2006/relationships/tags" Target="../tags/tag38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image" Target="../media/image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2.png"/><Relationship Id="rId5" Type="http://schemas.openxmlformats.org/officeDocument/2006/relationships/tags" Target="../tags/tag4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46.xml"/><Relationship Id="rId9" Type="http://schemas.openxmlformats.org/officeDocument/2006/relationships/tags" Target="../tags/tag5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3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2.png"/><Relationship Id="rId5" Type="http://schemas.openxmlformats.org/officeDocument/2006/relationships/tags" Target="../tags/tag5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../media/image3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image" Target="../media/image2.png"/><Relationship Id="rId5" Type="http://schemas.openxmlformats.org/officeDocument/2006/relationships/tags" Target="../tags/tag6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6.png"/><Relationship Id="rId5" Type="http://schemas.openxmlformats.org/officeDocument/2006/relationships/tags" Target="../tags/tag85.xml"/><Relationship Id="rId10" Type="http://schemas.openxmlformats.org/officeDocument/2006/relationships/image" Target="../media/image2.png"/><Relationship Id="rId4" Type="http://schemas.openxmlformats.org/officeDocument/2006/relationships/tags" Target="../tags/tag84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"/>
            <a:ext cx="12192000" cy="6856796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3" hasCustomPrompt="1"/>
            <p:custDataLst>
              <p:tags r:id="rId2"/>
            </p:custDataLst>
          </p:nvPr>
        </p:nvSpPr>
        <p:spPr>
          <a:xfrm>
            <a:off x="1652270" y="3282003"/>
            <a:ext cx="8890064" cy="1520811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20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2" hasCustomPrompt="1"/>
            <p:custDataLst>
              <p:tags r:id="rId3"/>
            </p:custDataLst>
          </p:nvPr>
        </p:nvSpPr>
        <p:spPr>
          <a:xfrm>
            <a:off x="1652270" y="2055183"/>
            <a:ext cx="8890064" cy="1099820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145" b="1" i="0" u="none" strike="noStrike" kern="1200" cap="none" spc="-2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2531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5153" y="1811319"/>
            <a:ext cx="3235350" cy="3235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 idx="2" hasCustomPrompt="1"/>
            <p:custDataLst>
              <p:tags r:id="rId4"/>
            </p:custDataLst>
          </p:nvPr>
        </p:nvSpPr>
        <p:spPr>
          <a:xfrm>
            <a:off x="4521236" y="3808212"/>
            <a:ext cx="6858000" cy="54356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750" b="1" i="0" u="none" strike="noStrike" kern="1200" cap="none" spc="300" normalizeH="0" baseline="0" noProof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副标题 2"/>
          <p:cNvSpPr>
            <a:spLocks noGrp="1"/>
          </p:cNvSpPr>
          <p:nvPr>
            <p:ph type="subTitle" idx="3" hasCustomPrompt="1"/>
            <p:custDataLst>
              <p:tags r:id="rId5"/>
            </p:custDataLst>
          </p:nvPr>
        </p:nvSpPr>
        <p:spPr>
          <a:xfrm>
            <a:off x="4521236" y="4461627"/>
            <a:ext cx="6858000" cy="1318880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2531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2531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8790" y="1234440"/>
            <a:ext cx="4389120" cy="4389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2531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2026/9/14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2531"/>
            <a:ext cx="720090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2531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"/>
            <a:ext cx="12192000" cy="6856796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52270" y="1786364"/>
            <a:ext cx="8890064" cy="120015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000" b="1" i="0" u="none" strike="noStrike" kern="1200" cap="none" spc="10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471910" y="6132531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94600" y="302400"/>
            <a:ext cx="11602796" cy="62531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00" y="30240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1177310" y="58355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4827588" cy="68687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0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12189600" cy="26603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5029200"/>
            <a:ext cx="12189600" cy="182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12189600" cy="91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9510" y="-10800"/>
            <a:ext cx="720090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959400"/>
            <a:ext cx="12189600" cy="49391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61" y="5104461"/>
            <a:ext cx="1753527" cy="17535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02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9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18" Type="http://schemas.openxmlformats.org/officeDocument/2006/relationships/tags" Target="../tags/tag113.xml"/><Relationship Id="rId26" Type="http://schemas.openxmlformats.org/officeDocument/2006/relationships/tags" Target="../tags/tag121.xml"/><Relationship Id="rId39" Type="http://schemas.openxmlformats.org/officeDocument/2006/relationships/tags" Target="../tags/tag134.xml"/><Relationship Id="rId3" Type="http://schemas.openxmlformats.org/officeDocument/2006/relationships/tags" Target="../tags/tag98.xml"/><Relationship Id="rId21" Type="http://schemas.openxmlformats.org/officeDocument/2006/relationships/tags" Target="../tags/tag116.xml"/><Relationship Id="rId34" Type="http://schemas.openxmlformats.org/officeDocument/2006/relationships/tags" Target="../tags/tag129.xml"/><Relationship Id="rId42" Type="http://schemas.openxmlformats.org/officeDocument/2006/relationships/slideLayout" Target="../slideLayouts/slideLayout18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17" Type="http://schemas.openxmlformats.org/officeDocument/2006/relationships/tags" Target="../tags/tag112.xml"/><Relationship Id="rId25" Type="http://schemas.openxmlformats.org/officeDocument/2006/relationships/tags" Target="../tags/tag120.xml"/><Relationship Id="rId33" Type="http://schemas.openxmlformats.org/officeDocument/2006/relationships/tags" Target="../tags/tag128.xml"/><Relationship Id="rId38" Type="http://schemas.openxmlformats.org/officeDocument/2006/relationships/tags" Target="../tags/tag133.xml"/><Relationship Id="rId2" Type="http://schemas.openxmlformats.org/officeDocument/2006/relationships/tags" Target="../tags/tag97.xml"/><Relationship Id="rId16" Type="http://schemas.openxmlformats.org/officeDocument/2006/relationships/tags" Target="../tags/tag111.xml"/><Relationship Id="rId20" Type="http://schemas.openxmlformats.org/officeDocument/2006/relationships/tags" Target="../tags/tag115.xml"/><Relationship Id="rId29" Type="http://schemas.openxmlformats.org/officeDocument/2006/relationships/tags" Target="../tags/tag124.xml"/><Relationship Id="rId41" Type="http://schemas.openxmlformats.org/officeDocument/2006/relationships/tags" Target="../tags/tag136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24" Type="http://schemas.openxmlformats.org/officeDocument/2006/relationships/tags" Target="../tags/tag119.xml"/><Relationship Id="rId32" Type="http://schemas.openxmlformats.org/officeDocument/2006/relationships/tags" Target="../tags/tag127.xml"/><Relationship Id="rId37" Type="http://schemas.openxmlformats.org/officeDocument/2006/relationships/tags" Target="../tags/tag132.xml"/><Relationship Id="rId40" Type="http://schemas.openxmlformats.org/officeDocument/2006/relationships/tags" Target="../tags/tag135.xml"/><Relationship Id="rId5" Type="http://schemas.openxmlformats.org/officeDocument/2006/relationships/tags" Target="../tags/tag100.xml"/><Relationship Id="rId15" Type="http://schemas.openxmlformats.org/officeDocument/2006/relationships/tags" Target="../tags/tag110.xml"/><Relationship Id="rId23" Type="http://schemas.openxmlformats.org/officeDocument/2006/relationships/tags" Target="../tags/tag118.xml"/><Relationship Id="rId28" Type="http://schemas.openxmlformats.org/officeDocument/2006/relationships/tags" Target="../tags/tag123.xml"/><Relationship Id="rId36" Type="http://schemas.openxmlformats.org/officeDocument/2006/relationships/tags" Target="../tags/tag131.xml"/><Relationship Id="rId10" Type="http://schemas.openxmlformats.org/officeDocument/2006/relationships/tags" Target="../tags/tag105.xml"/><Relationship Id="rId19" Type="http://schemas.openxmlformats.org/officeDocument/2006/relationships/tags" Target="../tags/tag114.xml"/><Relationship Id="rId31" Type="http://schemas.openxmlformats.org/officeDocument/2006/relationships/tags" Target="../tags/tag126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tags" Target="../tags/tag109.xml"/><Relationship Id="rId22" Type="http://schemas.openxmlformats.org/officeDocument/2006/relationships/tags" Target="../tags/tag117.xml"/><Relationship Id="rId27" Type="http://schemas.openxmlformats.org/officeDocument/2006/relationships/tags" Target="../tags/tag122.xml"/><Relationship Id="rId30" Type="http://schemas.openxmlformats.org/officeDocument/2006/relationships/tags" Target="../tags/tag125.xml"/><Relationship Id="rId35" Type="http://schemas.openxmlformats.org/officeDocument/2006/relationships/tags" Target="../tags/tag130.xml"/><Relationship Id="rId43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43.xml"/><Relationship Id="rId4" Type="http://schemas.openxmlformats.org/officeDocument/2006/relationships/tags" Target="../tags/tag14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52.xml"/><Relationship Id="rId7" Type="http://schemas.openxmlformats.org/officeDocument/2006/relationships/image" Target="../media/image8.png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18" Type="http://schemas.openxmlformats.org/officeDocument/2006/relationships/tags" Target="../tags/tag172.xml"/><Relationship Id="rId26" Type="http://schemas.openxmlformats.org/officeDocument/2006/relationships/tags" Target="../tags/tag180.xml"/><Relationship Id="rId3" Type="http://schemas.openxmlformats.org/officeDocument/2006/relationships/tags" Target="../tags/tag157.xml"/><Relationship Id="rId21" Type="http://schemas.openxmlformats.org/officeDocument/2006/relationships/tags" Target="../tags/tag175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17" Type="http://schemas.openxmlformats.org/officeDocument/2006/relationships/tags" Target="../tags/tag171.xml"/><Relationship Id="rId25" Type="http://schemas.openxmlformats.org/officeDocument/2006/relationships/tags" Target="../tags/tag179.xml"/><Relationship Id="rId2" Type="http://schemas.openxmlformats.org/officeDocument/2006/relationships/tags" Target="../tags/tag156.xml"/><Relationship Id="rId16" Type="http://schemas.openxmlformats.org/officeDocument/2006/relationships/tags" Target="../tags/tag170.xml"/><Relationship Id="rId20" Type="http://schemas.openxmlformats.org/officeDocument/2006/relationships/tags" Target="../tags/tag174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24" Type="http://schemas.openxmlformats.org/officeDocument/2006/relationships/tags" Target="../tags/tag178.xml"/><Relationship Id="rId5" Type="http://schemas.openxmlformats.org/officeDocument/2006/relationships/tags" Target="../tags/tag159.xml"/><Relationship Id="rId15" Type="http://schemas.openxmlformats.org/officeDocument/2006/relationships/tags" Target="../tags/tag169.xml"/><Relationship Id="rId23" Type="http://schemas.openxmlformats.org/officeDocument/2006/relationships/tags" Target="../tags/tag177.xml"/><Relationship Id="rId28" Type="http://schemas.openxmlformats.org/officeDocument/2006/relationships/tags" Target="../tags/tag182.xml"/><Relationship Id="rId10" Type="http://schemas.openxmlformats.org/officeDocument/2006/relationships/tags" Target="../tags/tag164.xml"/><Relationship Id="rId19" Type="http://schemas.openxmlformats.org/officeDocument/2006/relationships/tags" Target="../tags/tag173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Relationship Id="rId22" Type="http://schemas.openxmlformats.org/officeDocument/2006/relationships/tags" Target="../tags/tag176.xml"/><Relationship Id="rId27" Type="http://schemas.openxmlformats.org/officeDocument/2006/relationships/tags" Target="../tags/tag18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5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13" Type="http://schemas.openxmlformats.org/officeDocument/2006/relationships/tags" Target="../tags/tag201.xml"/><Relationship Id="rId18" Type="http://schemas.openxmlformats.org/officeDocument/2006/relationships/tags" Target="../tags/tag206.xml"/><Relationship Id="rId3" Type="http://schemas.openxmlformats.org/officeDocument/2006/relationships/tags" Target="../tags/tag191.xml"/><Relationship Id="rId21" Type="http://schemas.openxmlformats.org/officeDocument/2006/relationships/tags" Target="../tags/tag209.xml"/><Relationship Id="rId7" Type="http://schemas.openxmlformats.org/officeDocument/2006/relationships/tags" Target="../tags/tag195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" Type="http://schemas.openxmlformats.org/officeDocument/2006/relationships/tags" Target="../tags/tag190.xml"/><Relationship Id="rId16" Type="http://schemas.openxmlformats.org/officeDocument/2006/relationships/tags" Target="../tags/tag204.xml"/><Relationship Id="rId20" Type="http://schemas.openxmlformats.org/officeDocument/2006/relationships/tags" Target="../tags/tag208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24" Type="http://schemas.openxmlformats.org/officeDocument/2006/relationships/slideLayout" Target="../slideLayouts/slideLayout18.xml"/><Relationship Id="rId5" Type="http://schemas.openxmlformats.org/officeDocument/2006/relationships/tags" Target="../tags/tag193.xml"/><Relationship Id="rId15" Type="http://schemas.openxmlformats.org/officeDocument/2006/relationships/tags" Target="../tags/tag203.xml"/><Relationship Id="rId23" Type="http://schemas.openxmlformats.org/officeDocument/2006/relationships/tags" Target="../tags/tag211.xml"/><Relationship Id="rId10" Type="http://schemas.openxmlformats.org/officeDocument/2006/relationships/tags" Target="../tags/tag198.xml"/><Relationship Id="rId19" Type="http://schemas.openxmlformats.org/officeDocument/2006/relationships/tags" Target="../tags/tag207.xml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Relationship Id="rId22" Type="http://schemas.openxmlformats.org/officeDocument/2006/relationships/tags" Target="../tags/tag2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21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4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30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3"/>
            <p:custDataLst>
              <p:tags r:id="rId2"/>
            </p:custDataLst>
          </p:nvPr>
        </p:nvSpPr>
        <p:spPr>
          <a:xfrm>
            <a:off x="1652270" y="3282003"/>
            <a:ext cx="8890064" cy="1520811"/>
          </a:xfrm>
        </p:spPr>
        <p:txBody>
          <a:bodyPr/>
          <a:lstStyle/>
          <a:p>
            <a:r>
              <a:rPr lang="zh-CN" altLang="en-US">
                <a:solidFill>
                  <a:schemeClr val="lt1"/>
                </a:solidFill>
              </a:rPr>
              <a:t>主讲人：张恒</a:t>
            </a:r>
          </a:p>
        </p:txBody>
      </p:sp>
      <p:sp>
        <p:nvSpPr>
          <p:cNvPr id="5" name="标题 4"/>
          <p:cNvSpPr>
            <a:spLocks noGrp="1"/>
          </p:cNvSpPr>
          <p:nvPr>
            <p:ph type="ctrTitle" idx="2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lt1"/>
                </a:solidFill>
              </a:rPr>
              <a:t>创新创业实践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42334" y="6260839"/>
            <a:ext cx="435939" cy="5318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</a:rPr>
              <a:t>创新创业实践是一门项目制实践类课程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3"/>
            <p:custDataLst>
              <p:tags r:id="rId3"/>
            </p:custDataLst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教学目标：模拟企业工程项目开发全流程，通过参与完整的项目开发过程，体验多种职位角色，了解企业级产品研发过程和规范，提高多方面工程技术、培养多维度管理能力。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文本框 45"/>
          <p:cNvSpPr txBox="1"/>
          <p:nvPr>
            <p:custDataLst>
              <p:tags r:id="rId4"/>
            </p:custDataLst>
          </p:nvPr>
        </p:nvSpPr>
        <p:spPr>
          <a:xfrm>
            <a:off x="4521236" y="698396"/>
            <a:ext cx="4383405" cy="273072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i="0" spc="200" baseline="0" noProof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课程简介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763270" y="1177925"/>
            <a:ext cx="2693035" cy="105918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 algn="l">
              <a:lnSpc>
                <a:spcPct val="110000"/>
              </a:lnSpc>
            </a:pP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技能锻炼</a:t>
            </a:r>
          </a:p>
        </p:txBody>
      </p:sp>
      <p:grpSp>
        <p:nvGrpSpPr>
          <p:cNvPr id="46" name="组合 45"/>
          <p:cNvGrpSpPr/>
          <p:nvPr>
            <p:custDataLst>
              <p:tags r:id="rId6"/>
            </p:custDataLst>
          </p:nvPr>
        </p:nvGrpSpPr>
        <p:grpSpPr>
          <a:xfrm>
            <a:off x="4368855" y="699770"/>
            <a:ext cx="7464371" cy="5597064"/>
            <a:chOff x="6710" y="1052"/>
            <a:chExt cx="11755" cy="8814"/>
          </a:xfrm>
        </p:grpSpPr>
        <p:sp>
          <p:nvSpPr>
            <p:cNvPr id="11" name="椭圆 10"/>
            <p:cNvSpPr/>
            <p:nvPr>
              <p:custDataLst>
                <p:tags r:id="rId7"/>
              </p:custDataLst>
            </p:nvPr>
          </p:nvSpPr>
          <p:spPr>
            <a:xfrm>
              <a:off x="10911" y="7637"/>
              <a:ext cx="3254" cy="695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4" name="任意多边形: 形状 13"/>
            <p:cNvSpPr/>
            <p:nvPr>
              <p:custDataLst>
                <p:tags r:id="rId8"/>
              </p:custDataLst>
            </p:nvPr>
          </p:nvSpPr>
          <p:spPr>
            <a:xfrm rot="301212">
              <a:off x="14018" y="4951"/>
              <a:ext cx="1358" cy="1417"/>
            </a:xfrm>
            <a:custGeom>
              <a:avLst/>
              <a:gdLst>
                <a:gd name="connsiteX0" fmla="*/ 302609 w 1879948"/>
                <a:gd name="connsiteY0" fmla="*/ 832485 h 1961864"/>
                <a:gd name="connsiteX1" fmla="*/ 512826 w 1879948"/>
                <a:gd name="connsiteY1" fmla="*/ 47720 h 1961864"/>
                <a:gd name="connsiteX2" fmla="*/ 1879949 w 1879948"/>
                <a:gd name="connsiteY2" fmla="*/ 0 h 1961864"/>
                <a:gd name="connsiteX3" fmla="*/ 1400270 w 1879948"/>
                <a:gd name="connsiteY3" fmla="*/ 1789938 h 1961864"/>
                <a:gd name="connsiteX4" fmla="*/ 0 w 1879948"/>
                <a:gd name="connsiteY4" fmla="*/ 1961864 h 1961864"/>
                <a:gd name="connsiteX5" fmla="*/ 214884 w 1879948"/>
                <a:gd name="connsiteY5" fmla="*/ 1159669 h 196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79948" h="1961864">
                  <a:moveTo>
                    <a:pt x="302609" y="832485"/>
                  </a:moveTo>
                  <a:lnTo>
                    <a:pt x="512826" y="47720"/>
                  </a:lnTo>
                  <a:lnTo>
                    <a:pt x="1879949" y="0"/>
                  </a:lnTo>
                  <a:lnTo>
                    <a:pt x="1400270" y="1789938"/>
                  </a:lnTo>
                  <a:lnTo>
                    <a:pt x="0" y="1961864"/>
                  </a:lnTo>
                  <a:lnTo>
                    <a:pt x="214884" y="1159669"/>
                  </a:lnTo>
                </a:path>
              </a:pathLst>
            </a:custGeom>
            <a:solidFill>
              <a:schemeClr val="accent1">
                <a:lumMod val="55000"/>
                <a:lumOff val="45000"/>
              </a:schemeClr>
            </a:solidFill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 rot="301212">
              <a:off x="12728" y="4895"/>
              <a:ext cx="1857" cy="1541"/>
            </a:xfrm>
            <a:custGeom>
              <a:avLst/>
              <a:gdLst>
                <a:gd name="connsiteX0" fmla="*/ 555212 w 2570089"/>
                <a:gd name="connsiteY0" fmla="*/ 60674 h 2132742"/>
                <a:gd name="connsiteX1" fmla="*/ 0 w 2570089"/>
                <a:gd name="connsiteY1" fmla="*/ 2132743 h 2132742"/>
                <a:gd name="connsiteX2" fmla="*/ 1779841 w 2570089"/>
                <a:gd name="connsiteY2" fmla="*/ 1914239 h 2132742"/>
                <a:gd name="connsiteX3" fmla="*/ 1994821 w 2570089"/>
                <a:gd name="connsiteY3" fmla="*/ 1112044 h 2132742"/>
                <a:gd name="connsiteX4" fmla="*/ 2569845 w 2570089"/>
                <a:gd name="connsiteY4" fmla="*/ 858107 h 2132742"/>
                <a:gd name="connsiteX5" fmla="*/ 2082546 w 2570089"/>
                <a:gd name="connsiteY5" fmla="*/ 784765 h 2132742"/>
                <a:gd name="connsiteX6" fmla="*/ 2292858 w 2570089"/>
                <a:gd name="connsiteY6" fmla="*/ 0 h 2132742"/>
                <a:gd name="connsiteX7" fmla="*/ 555212 w 2570089"/>
                <a:gd name="connsiteY7" fmla="*/ 60674 h 2132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70089" h="2132742">
                  <a:moveTo>
                    <a:pt x="555212" y="60674"/>
                  </a:moveTo>
                  <a:lnTo>
                    <a:pt x="0" y="2132743"/>
                  </a:lnTo>
                  <a:lnTo>
                    <a:pt x="1779841" y="1914239"/>
                  </a:lnTo>
                  <a:lnTo>
                    <a:pt x="1994821" y="1112044"/>
                  </a:lnTo>
                  <a:cubicBezTo>
                    <a:pt x="1994821" y="1112044"/>
                    <a:pt x="2564987" y="1264444"/>
                    <a:pt x="2569845" y="858107"/>
                  </a:cubicBezTo>
                  <a:cubicBezTo>
                    <a:pt x="2569845" y="858107"/>
                    <a:pt x="2596896" y="571024"/>
                    <a:pt x="2082546" y="784765"/>
                  </a:cubicBezTo>
                  <a:lnTo>
                    <a:pt x="2292858" y="0"/>
                  </a:lnTo>
                  <a:lnTo>
                    <a:pt x="555212" y="60674"/>
                  </a:lnTo>
                  <a:close/>
                </a:path>
              </a:pathLst>
            </a:custGeom>
            <a:solidFill>
              <a:schemeClr val="bg2"/>
            </a:solidFill>
            <a:ln w="9525" cap="flat">
              <a:solidFill>
                <a:schemeClr val="tx1">
                  <a:lumMod val="40000"/>
                  <a:lumOff val="60000"/>
                  <a:alpha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任意多边形: 形状 15"/>
            <p:cNvSpPr/>
            <p:nvPr>
              <p:custDataLst>
                <p:tags r:id="rId10"/>
              </p:custDataLst>
            </p:nvPr>
          </p:nvSpPr>
          <p:spPr>
            <a:xfrm rot="301212">
              <a:off x="12197" y="5847"/>
              <a:ext cx="1705" cy="2107"/>
            </a:xfrm>
            <a:custGeom>
              <a:avLst/>
              <a:gdLst>
                <a:gd name="connsiteX0" fmla="*/ 2051018 w 2360771"/>
                <a:gd name="connsiteY0" fmla="*/ 1685510 h 2916140"/>
                <a:gd name="connsiteX1" fmla="*/ 1864519 w 2360771"/>
                <a:gd name="connsiteY1" fmla="*/ 2381502 h 2916140"/>
                <a:gd name="connsiteX2" fmla="*/ 0 w 2360771"/>
                <a:gd name="connsiteY2" fmla="*/ 2916141 h 2916140"/>
                <a:gd name="connsiteX3" fmla="*/ 580930 w 2360771"/>
                <a:gd name="connsiteY3" fmla="*/ 748155 h 2916140"/>
                <a:gd name="connsiteX4" fmla="*/ 1483900 w 2360771"/>
                <a:gd name="connsiteY4" fmla="*/ 637284 h 2916140"/>
                <a:gd name="connsiteX5" fmla="*/ 1764125 w 2360771"/>
                <a:gd name="connsiteY5" fmla="*/ 1491 h 2916140"/>
                <a:gd name="connsiteX6" fmla="*/ 1777460 w 2360771"/>
                <a:gd name="connsiteY6" fmla="*/ 601280 h 2916140"/>
                <a:gd name="connsiteX7" fmla="*/ 2360771 w 2360771"/>
                <a:gd name="connsiteY7" fmla="*/ 529652 h 2916140"/>
                <a:gd name="connsiteX8" fmla="*/ 2147983 w 2360771"/>
                <a:gd name="connsiteY8" fmla="*/ 1317179 h 2916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60771" h="2916140">
                  <a:moveTo>
                    <a:pt x="2051018" y="1685510"/>
                  </a:moveTo>
                  <a:lnTo>
                    <a:pt x="1864519" y="2381502"/>
                  </a:lnTo>
                  <a:lnTo>
                    <a:pt x="0" y="2916141"/>
                  </a:lnTo>
                  <a:lnTo>
                    <a:pt x="580930" y="748155"/>
                  </a:lnTo>
                  <a:lnTo>
                    <a:pt x="1483900" y="637284"/>
                  </a:lnTo>
                  <a:cubicBezTo>
                    <a:pt x="1483900" y="637284"/>
                    <a:pt x="1320641" y="-35752"/>
                    <a:pt x="1764125" y="1491"/>
                  </a:cubicBezTo>
                  <a:cubicBezTo>
                    <a:pt x="1764125" y="1491"/>
                    <a:pt x="2139029" y="-2605"/>
                    <a:pt x="1777460" y="601280"/>
                  </a:cubicBezTo>
                  <a:lnTo>
                    <a:pt x="2360771" y="529652"/>
                  </a:lnTo>
                  <a:lnTo>
                    <a:pt x="2147983" y="1317179"/>
                  </a:lnTo>
                </a:path>
              </a:pathLst>
            </a:custGeom>
            <a:solidFill>
              <a:schemeClr val="accent1"/>
            </a:solidFill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任意多边形: 形状 16"/>
            <p:cNvSpPr/>
            <p:nvPr>
              <p:custDataLst>
                <p:tags r:id="rId11"/>
              </p:custDataLst>
            </p:nvPr>
          </p:nvSpPr>
          <p:spPr>
            <a:xfrm rot="301212">
              <a:off x="13369" y="6201"/>
              <a:ext cx="1547" cy="1462"/>
            </a:xfrm>
            <a:custGeom>
              <a:avLst/>
              <a:gdLst>
                <a:gd name="connsiteX0" fmla="*/ 2141771 w 2141771"/>
                <a:gd name="connsiteY0" fmla="*/ 0 h 2023776"/>
                <a:gd name="connsiteX1" fmla="*/ 741501 w 2141771"/>
                <a:gd name="connsiteY1" fmla="*/ 171926 h 2023776"/>
                <a:gd name="connsiteX2" fmla="*/ 528713 w 2141771"/>
                <a:gd name="connsiteY2" fmla="*/ 959453 h 2023776"/>
                <a:gd name="connsiteX3" fmla="*/ 2742 w 2141771"/>
                <a:gd name="connsiteY3" fmla="*/ 1249013 h 2023776"/>
                <a:gd name="connsiteX4" fmla="*/ 431748 w 2141771"/>
                <a:gd name="connsiteY4" fmla="*/ 1327785 h 2023776"/>
                <a:gd name="connsiteX5" fmla="*/ 245249 w 2141771"/>
                <a:gd name="connsiteY5" fmla="*/ 2023777 h 2023776"/>
                <a:gd name="connsiteX6" fmla="*/ 1712194 w 2141771"/>
                <a:gd name="connsiteY6" fmla="*/ 1603153 h 2023776"/>
                <a:gd name="connsiteX7" fmla="*/ 2141771 w 2141771"/>
                <a:gd name="connsiteY7" fmla="*/ 0 h 202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41771" h="2023776">
                  <a:moveTo>
                    <a:pt x="2141771" y="0"/>
                  </a:moveTo>
                  <a:lnTo>
                    <a:pt x="741501" y="171926"/>
                  </a:lnTo>
                  <a:lnTo>
                    <a:pt x="528713" y="959453"/>
                  </a:lnTo>
                  <a:cubicBezTo>
                    <a:pt x="528713" y="959453"/>
                    <a:pt x="43318" y="897446"/>
                    <a:pt x="2742" y="1249013"/>
                  </a:cubicBezTo>
                  <a:cubicBezTo>
                    <a:pt x="-37835" y="1600581"/>
                    <a:pt x="384599" y="1482376"/>
                    <a:pt x="431748" y="1327785"/>
                  </a:cubicBezTo>
                  <a:lnTo>
                    <a:pt x="245249" y="2023777"/>
                  </a:lnTo>
                  <a:lnTo>
                    <a:pt x="1712194" y="1603153"/>
                  </a:lnTo>
                  <a:lnTo>
                    <a:pt x="2141771" y="0"/>
                  </a:lnTo>
                  <a:close/>
                </a:path>
              </a:pathLst>
            </a:custGeom>
            <a:solidFill>
              <a:schemeClr val="accent1">
                <a:lumMod val="55000"/>
                <a:lumOff val="45000"/>
              </a:schemeClr>
            </a:solidFill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任意多边形: 形状 17"/>
            <p:cNvSpPr/>
            <p:nvPr>
              <p:custDataLst>
                <p:tags r:id="rId12"/>
              </p:custDataLst>
            </p:nvPr>
          </p:nvSpPr>
          <p:spPr>
            <a:xfrm rot="301212">
              <a:off x="10637" y="4776"/>
              <a:ext cx="1114" cy="2062"/>
            </a:xfrm>
            <a:custGeom>
              <a:avLst/>
              <a:gdLst>
                <a:gd name="connsiteX0" fmla="*/ 483108 w 1542573"/>
                <a:gd name="connsiteY0" fmla="*/ 0 h 2854928"/>
                <a:gd name="connsiteX1" fmla="*/ 0 w 1542573"/>
                <a:gd name="connsiteY1" fmla="*/ 1802987 h 2854928"/>
                <a:gd name="connsiteX2" fmla="*/ 1015841 w 1542573"/>
                <a:gd name="connsiteY2" fmla="*/ 2854928 h 2854928"/>
                <a:gd name="connsiteX3" fmla="*/ 1542574 w 1542573"/>
                <a:gd name="connsiteY3" fmla="*/ 889063 h 2854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2573" h="2854928">
                  <a:moveTo>
                    <a:pt x="483108" y="0"/>
                  </a:moveTo>
                  <a:lnTo>
                    <a:pt x="0" y="1802987"/>
                  </a:lnTo>
                  <a:lnTo>
                    <a:pt x="1015841" y="2854928"/>
                  </a:lnTo>
                  <a:lnTo>
                    <a:pt x="1542574" y="889063"/>
                  </a:lnTo>
                  <a:close/>
                </a:path>
              </a:pathLst>
            </a:custGeom>
            <a:solidFill>
              <a:schemeClr val="accent1">
                <a:lumMod val="55000"/>
                <a:lumOff val="45000"/>
              </a:schemeClr>
            </a:solidFill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任意多边形: 形状 18"/>
            <p:cNvSpPr/>
            <p:nvPr>
              <p:custDataLst>
                <p:tags r:id="rId13"/>
              </p:custDataLst>
            </p:nvPr>
          </p:nvSpPr>
          <p:spPr>
            <a:xfrm rot="301212">
              <a:off x="11184" y="5484"/>
              <a:ext cx="1449" cy="2368"/>
            </a:xfrm>
            <a:custGeom>
              <a:avLst/>
              <a:gdLst>
                <a:gd name="connsiteX0" fmla="*/ 1425111 w 2005945"/>
                <a:gd name="connsiteY0" fmla="*/ 3278124 h 3278124"/>
                <a:gd name="connsiteX1" fmla="*/ 157904 w 2005945"/>
                <a:gd name="connsiteY1" fmla="*/ 1965960 h 3278124"/>
                <a:gd name="connsiteX2" fmla="*/ 376789 w 2005945"/>
                <a:gd name="connsiteY2" fmla="*/ 1149001 h 3278124"/>
                <a:gd name="connsiteX3" fmla="*/ 50939 w 2005945"/>
                <a:gd name="connsiteY3" fmla="*/ 609409 h 3278124"/>
                <a:gd name="connsiteX4" fmla="*/ 462038 w 2005945"/>
                <a:gd name="connsiteY4" fmla="*/ 830866 h 3278124"/>
                <a:gd name="connsiteX5" fmla="*/ 684637 w 2005945"/>
                <a:gd name="connsiteY5" fmla="*/ 0 h 3278124"/>
                <a:gd name="connsiteX6" fmla="*/ 2005945 w 2005945"/>
                <a:gd name="connsiteY6" fmla="*/ 1110044 h 3278124"/>
                <a:gd name="connsiteX7" fmla="*/ 1425111 w 2005945"/>
                <a:gd name="connsiteY7" fmla="*/ 3278124 h 32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5945" h="3278124">
                  <a:moveTo>
                    <a:pt x="1425111" y="3278124"/>
                  </a:moveTo>
                  <a:lnTo>
                    <a:pt x="157904" y="1965960"/>
                  </a:lnTo>
                  <a:lnTo>
                    <a:pt x="376789" y="1149001"/>
                  </a:lnTo>
                  <a:cubicBezTo>
                    <a:pt x="376789" y="1149001"/>
                    <a:pt x="-165279" y="996982"/>
                    <a:pt x="50939" y="609409"/>
                  </a:cubicBezTo>
                  <a:cubicBezTo>
                    <a:pt x="50939" y="609409"/>
                    <a:pt x="221436" y="325183"/>
                    <a:pt x="462038" y="830866"/>
                  </a:cubicBezTo>
                  <a:lnTo>
                    <a:pt x="684637" y="0"/>
                  </a:lnTo>
                  <a:lnTo>
                    <a:pt x="2005945" y="1110044"/>
                  </a:lnTo>
                  <a:lnTo>
                    <a:pt x="1425111" y="327812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14"/>
              </p:custDataLst>
            </p:nvPr>
          </p:nvSpPr>
          <p:spPr>
            <a:xfrm rot="301212">
              <a:off x="11801" y="4208"/>
              <a:ext cx="1356" cy="2191"/>
            </a:xfrm>
            <a:custGeom>
              <a:avLst/>
              <a:gdLst>
                <a:gd name="connsiteX0" fmla="*/ 1876425 w 1876424"/>
                <a:gd name="connsiteY0" fmla="*/ 868489 h 3033480"/>
                <a:gd name="connsiteX1" fmla="*/ 1321213 w 1876424"/>
                <a:gd name="connsiteY1" fmla="*/ 2940558 h 3033480"/>
                <a:gd name="connsiteX2" fmla="*/ 790480 w 1876424"/>
                <a:gd name="connsiteY2" fmla="*/ 2493836 h 3033480"/>
                <a:gd name="connsiteX3" fmla="*/ 645509 w 1876424"/>
                <a:gd name="connsiteY3" fmla="*/ 3023521 h 3033480"/>
                <a:gd name="connsiteX4" fmla="*/ 317849 w 1876424"/>
                <a:gd name="connsiteY4" fmla="*/ 2643664 h 3033480"/>
                <a:gd name="connsiteX5" fmla="*/ 541496 w 1876424"/>
                <a:gd name="connsiteY5" fmla="*/ 2284953 h 3033480"/>
                <a:gd name="connsiteX6" fmla="*/ 0 w 1876424"/>
                <a:gd name="connsiteY6" fmla="*/ 1830610 h 3033480"/>
                <a:gd name="connsiteX7" fmla="*/ 490442 w 1876424"/>
                <a:gd name="connsiteY7" fmla="*/ 0 h 3033480"/>
                <a:gd name="connsiteX8" fmla="*/ 1876425 w 1876424"/>
                <a:gd name="connsiteY8" fmla="*/ 868489 h 3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76424" h="3033480">
                  <a:moveTo>
                    <a:pt x="1876425" y="868489"/>
                  </a:moveTo>
                  <a:lnTo>
                    <a:pt x="1321213" y="2940558"/>
                  </a:lnTo>
                  <a:lnTo>
                    <a:pt x="790480" y="2493836"/>
                  </a:lnTo>
                  <a:cubicBezTo>
                    <a:pt x="790480" y="2493836"/>
                    <a:pt x="789242" y="2971038"/>
                    <a:pt x="645509" y="3023521"/>
                  </a:cubicBezTo>
                  <a:cubicBezTo>
                    <a:pt x="501777" y="3076004"/>
                    <a:pt x="248317" y="2916936"/>
                    <a:pt x="317849" y="2643664"/>
                  </a:cubicBezTo>
                  <a:cubicBezTo>
                    <a:pt x="317849" y="2643664"/>
                    <a:pt x="357568" y="2487740"/>
                    <a:pt x="541496" y="2284953"/>
                  </a:cubicBezTo>
                  <a:lnTo>
                    <a:pt x="0" y="1830610"/>
                  </a:lnTo>
                  <a:lnTo>
                    <a:pt x="490442" y="0"/>
                  </a:lnTo>
                  <a:lnTo>
                    <a:pt x="1876425" y="868489"/>
                  </a:lnTo>
                  <a:close/>
                </a:path>
              </a:pathLst>
            </a:custGeom>
            <a:solidFill>
              <a:schemeClr val="bg2"/>
            </a:solidFill>
            <a:ln w="9525" cap="flat">
              <a:solidFill>
                <a:schemeClr val="tx1">
                  <a:lumMod val="40000"/>
                  <a:lumOff val="60000"/>
                  <a:alpha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15"/>
              </p:custDataLst>
            </p:nvPr>
          </p:nvSpPr>
          <p:spPr>
            <a:xfrm rot="301212">
              <a:off x="11098" y="3636"/>
              <a:ext cx="1257" cy="1824"/>
            </a:xfrm>
            <a:custGeom>
              <a:avLst/>
              <a:gdLst>
                <a:gd name="connsiteX0" fmla="*/ 438436 w 1740619"/>
                <a:gd name="connsiteY0" fmla="*/ 0 h 2525172"/>
                <a:gd name="connsiteX1" fmla="*/ 1550003 w 1740619"/>
                <a:gd name="connsiteY1" fmla="*/ 694563 h 2525172"/>
                <a:gd name="connsiteX2" fmla="*/ 1341406 w 1740619"/>
                <a:gd name="connsiteY2" fmla="*/ 1473041 h 2525172"/>
                <a:gd name="connsiteX3" fmla="*/ 1690497 w 1740619"/>
                <a:gd name="connsiteY3" fmla="*/ 1912049 h 2525172"/>
                <a:gd name="connsiteX4" fmla="*/ 1251299 w 1740619"/>
                <a:gd name="connsiteY4" fmla="*/ 1809464 h 2525172"/>
                <a:gd name="connsiteX5" fmla="*/ 1059561 w 1740619"/>
                <a:gd name="connsiteY5" fmla="*/ 2525173 h 2525172"/>
                <a:gd name="connsiteX6" fmla="*/ 0 w 1740619"/>
                <a:gd name="connsiteY6" fmla="*/ 1636109 h 2525172"/>
                <a:gd name="connsiteX7" fmla="*/ 438436 w 1740619"/>
                <a:gd name="connsiteY7" fmla="*/ 0 h 2525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40619" h="2525172">
                  <a:moveTo>
                    <a:pt x="438436" y="0"/>
                  </a:moveTo>
                  <a:lnTo>
                    <a:pt x="1550003" y="694563"/>
                  </a:lnTo>
                  <a:lnTo>
                    <a:pt x="1341406" y="1473041"/>
                  </a:lnTo>
                  <a:cubicBezTo>
                    <a:pt x="1341406" y="1473041"/>
                    <a:pt x="1909191" y="1489615"/>
                    <a:pt x="1690497" y="1912049"/>
                  </a:cubicBezTo>
                  <a:cubicBezTo>
                    <a:pt x="1690497" y="1912049"/>
                    <a:pt x="1492853" y="2164080"/>
                    <a:pt x="1251299" y="1809464"/>
                  </a:cubicBezTo>
                  <a:lnTo>
                    <a:pt x="1059561" y="2525173"/>
                  </a:lnTo>
                  <a:lnTo>
                    <a:pt x="0" y="1636109"/>
                  </a:lnTo>
                  <a:lnTo>
                    <a:pt x="438436" y="0"/>
                  </a:lnTo>
                  <a:close/>
                </a:path>
              </a:pathLst>
            </a:custGeom>
            <a:solidFill>
              <a:schemeClr val="accent1">
                <a:lumMod val="55000"/>
                <a:lumOff val="45000"/>
              </a:schemeClr>
            </a:solidFill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任意多边形: 形状 21"/>
            <p:cNvSpPr/>
            <p:nvPr>
              <p:custDataLst>
                <p:tags r:id="rId16"/>
              </p:custDataLst>
            </p:nvPr>
          </p:nvSpPr>
          <p:spPr>
            <a:xfrm rot="301212">
              <a:off x="13501" y="4403"/>
              <a:ext cx="1959" cy="561"/>
            </a:xfrm>
            <a:custGeom>
              <a:avLst/>
              <a:gdLst>
                <a:gd name="connsiteX0" fmla="*/ 2712434 w 2712433"/>
                <a:gd name="connsiteY0" fmla="*/ 728186 h 775906"/>
                <a:gd name="connsiteX1" fmla="*/ 1345311 w 2712433"/>
                <a:gd name="connsiteY1" fmla="*/ 775907 h 775906"/>
                <a:gd name="connsiteX2" fmla="*/ 0 w 2712433"/>
                <a:gd name="connsiteY2" fmla="*/ 0 h 775906"/>
                <a:gd name="connsiteX3" fmla="*/ 1197673 w 2712433"/>
                <a:gd name="connsiteY3" fmla="*/ 20860 h 7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2433" h="775906">
                  <a:moveTo>
                    <a:pt x="2712434" y="728186"/>
                  </a:moveTo>
                  <a:lnTo>
                    <a:pt x="1345311" y="775907"/>
                  </a:lnTo>
                  <a:lnTo>
                    <a:pt x="0" y="0"/>
                  </a:lnTo>
                  <a:lnTo>
                    <a:pt x="1197673" y="20860"/>
                  </a:lnTo>
                  <a:close/>
                </a:path>
              </a:pathLst>
            </a:custGeom>
            <a:solidFill>
              <a:schemeClr val="accent1">
                <a:lumMod val="55000"/>
                <a:lumOff val="45000"/>
              </a:schemeClr>
            </a:solidFill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17"/>
              </p:custDataLst>
            </p:nvPr>
          </p:nvSpPr>
          <p:spPr>
            <a:xfrm rot="301212">
              <a:off x="12840" y="3923"/>
              <a:ext cx="1564" cy="602"/>
            </a:xfrm>
            <a:custGeom>
              <a:avLst/>
              <a:gdLst>
                <a:gd name="connsiteX0" fmla="*/ 0 w 2164651"/>
                <a:gd name="connsiteY0" fmla="*/ 0 h 833579"/>
                <a:gd name="connsiteX1" fmla="*/ 1135666 w 2164651"/>
                <a:gd name="connsiteY1" fmla="*/ 99346 h 833579"/>
                <a:gd name="connsiteX2" fmla="*/ 2164652 w 2164651"/>
                <a:gd name="connsiteY2" fmla="*/ 579215 h 833579"/>
                <a:gd name="connsiteX3" fmla="*/ 1895951 w 2164651"/>
                <a:gd name="connsiteY3" fmla="*/ 574548 h 833579"/>
                <a:gd name="connsiteX4" fmla="*/ 2130362 w 2164651"/>
                <a:gd name="connsiteY4" fmla="*/ 778478 h 833579"/>
                <a:gd name="connsiteX5" fmla="*/ 1557242 w 2164651"/>
                <a:gd name="connsiteY5" fmla="*/ 568643 h 833579"/>
                <a:gd name="connsiteX6" fmla="*/ 966883 w 2164651"/>
                <a:gd name="connsiteY6" fmla="*/ 558356 h 833579"/>
                <a:gd name="connsiteX7" fmla="*/ 0 w 2164651"/>
                <a:gd name="connsiteY7" fmla="*/ 0 h 83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4651" h="833579">
                  <a:moveTo>
                    <a:pt x="0" y="0"/>
                  </a:moveTo>
                  <a:lnTo>
                    <a:pt x="1135666" y="99346"/>
                  </a:lnTo>
                  <a:lnTo>
                    <a:pt x="2164652" y="579215"/>
                  </a:lnTo>
                  <a:lnTo>
                    <a:pt x="1895951" y="574548"/>
                  </a:lnTo>
                  <a:cubicBezTo>
                    <a:pt x="1895951" y="574548"/>
                    <a:pt x="2171033" y="718852"/>
                    <a:pt x="2130362" y="778478"/>
                  </a:cubicBezTo>
                  <a:cubicBezTo>
                    <a:pt x="2089690" y="838105"/>
                    <a:pt x="1829372" y="926306"/>
                    <a:pt x="1557242" y="568643"/>
                  </a:cubicBezTo>
                  <a:lnTo>
                    <a:pt x="966883" y="558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5000"/>
                <a:lumOff val="45000"/>
              </a:schemeClr>
            </a:solidFill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18"/>
              </p:custDataLst>
            </p:nvPr>
          </p:nvSpPr>
          <p:spPr>
            <a:xfrm rot="301212">
              <a:off x="11469" y="3703"/>
              <a:ext cx="2088" cy="525"/>
            </a:xfrm>
            <a:custGeom>
              <a:avLst/>
              <a:gdLst>
                <a:gd name="connsiteX0" fmla="*/ 0 w 2889789"/>
                <a:gd name="connsiteY0" fmla="*/ 0 h 726566"/>
                <a:gd name="connsiteX1" fmla="*/ 1111568 w 2889789"/>
                <a:gd name="connsiteY1" fmla="*/ 694563 h 726566"/>
                <a:gd name="connsiteX2" fmla="*/ 2889790 w 2889789"/>
                <a:gd name="connsiteY2" fmla="*/ 726567 h 726566"/>
                <a:gd name="connsiteX3" fmla="*/ 2375345 w 2889789"/>
                <a:gd name="connsiteY3" fmla="*/ 429578 h 726566"/>
                <a:gd name="connsiteX4" fmla="*/ 2628519 w 2889789"/>
                <a:gd name="connsiteY4" fmla="*/ 363284 h 726566"/>
                <a:gd name="connsiteX5" fmla="*/ 2145506 w 2889789"/>
                <a:gd name="connsiteY5" fmla="*/ 296894 h 726566"/>
                <a:gd name="connsiteX6" fmla="*/ 1922716 w 2889789"/>
                <a:gd name="connsiteY6" fmla="*/ 168212 h 726566"/>
                <a:gd name="connsiteX7" fmla="*/ 0 w 2889789"/>
                <a:gd name="connsiteY7" fmla="*/ 0 h 7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89789" h="726566">
                  <a:moveTo>
                    <a:pt x="0" y="0"/>
                  </a:moveTo>
                  <a:lnTo>
                    <a:pt x="1111568" y="694563"/>
                  </a:lnTo>
                  <a:lnTo>
                    <a:pt x="2889790" y="726567"/>
                  </a:lnTo>
                  <a:lnTo>
                    <a:pt x="2375345" y="429578"/>
                  </a:lnTo>
                  <a:cubicBezTo>
                    <a:pt x="2375345" y="429578"/>
                    <a:pt x="2648426" y="429673"/>
                    <a:pt x="2628519" y="363284"/>
                  </a:cubicBezTo>
                  <a:cubicBezTo>
                    <a:pt x="2608612" y="296894"/>
                    <a:pt x="2145506" y="296894"/>
                    <a:pt x="2145506" y="296894"/>
                  </a:cubicBezTo>
                  <a:lnTo>
                    <a:pt x="1922716" y="168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5000"/>
                <a:lumOff val="45000"/>
              </a:schemeClr>
            </a:solidFill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19"/>
              </p:custDataLst>
            </p:nvPr>
          </p:nvSpPr>
          <p:spPr>
            <a:xfrm rot="301212">
              <a:off x="12227" y="4124"/>
              <a:ext cx="2256" cy="785"/>
            </a:xfrm>
            <a:custGeom>
              <a:avLst/>
              <a:gdLst>
                <a:gd name="connsiteX0" fmla="*/ 1778222 w 3123533"/>
                <a:gd name="connsiteY0" fmla="*/ 249721 h 1086968"/>
                <a:gd name="connsiteX1" fmla="*/ 3123533 w 3123533"/>
                <a:gd name="connsiteY1" fmla="*/ 1025628 h 1086968"/>
                <a:gd name="connsiteX2" fmla="*/ 1385983 w 3123533"/>
                <a:gd name="connsiteY2" fmla="*/ 1086969 h 1086968"/>
                <a:gd name="connsiteX3" fmla="*/ 0 w 3123533"/>
                <a:gd name="connsiteY3" fmla="*/ 217717 h 1086968"/>
                <a:gd name="connsiteX4" fmla="*/ 754190 w 3123533"/>
                <a:gd name="connsiteY4" fmla="*/ 231815 h 1086968"/>
                <a:gd name="connsiteX5" fmla="*/ 679704 w 3123533"/>
                <a:gd name="connsiteY5" fmla="*/ 167 h 1086968"/>
                <a:gd name="connsiteX6" fmla="*/ 1019080 w 3123533"/>
                <a:gd name="connsiteY6" fmla="*/ 236386 h 1086968"/>
                <a:gd name="connsiteX7" fmla="*/ 1778222 w 3123533"/>
                <a:gd name="connsiteY7" fmla="*/ 249721 h 1086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3533" h="1086968">
                  <a:moveTo>
                    <a:pt x="1778222" y="249721"/>
                  </a:moveTo>
                  <a:lnTo>
                    <a:pt x="3123533" y="1025628"/>
                  </a:lnTo>
                  <a:lnTo>
                    <a:pt x="1385983" y="1086969"/>
                  </a:lnTo>
                  <a:lnTo>
                    <a:pt x="0" y="217717"/>
                  </a:lnTo>
                  <a:lnTo>
                    <a:pt x="754190" y="231815"/>
                  </a:lnTo>
                  <a:cubicBezTo>
                    <a:pt x="754190" y="231815"/>
                    <a:pt x="243650" y="7596"/>
                    <a:pt x="679704" y="167"/>
                  </a:cubicBezTo>
                  <a:cubicBezTo>
                    <a:pt x="1115759" y="-7263"/>
                    <a:pt x="1019080" y="236386"/>
                    <a:pt x="1019080" y="236386"/>
                  </a:cubicBezTo>
                  <a:lnTo>
                    <a:pt x="1778222" y="249721"/>
                  </a:lnTo>
                  <a:close/>
                </a:path>
              </a:pathLst>
            </a:custGeom>
            <a:solidFill>
              <a:schemeClr val="bg2"/>
            </a:solidFill>
            <a:ln w="9525" cap="flat">
              <a:solidFill>
                <a:schemeClr val="tx1">
                  <a:lumMod val="40000"/>
                  <a:lumOff val="60000"/>
                  <a:alpha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0"/>
              </p:custDataLst>
            </p:nvPr>
          </p:nvSpPr>
          <p:spPr>
            <a:xfrm>
              <a:off x="6746" y="7563"/>
              <a:ext cx="3819" cy="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r>
                <a:rPr lang="zh-CN" altLang="en-US" sz="2000" b="1" kern="0" dirty="0">
                  <a:solidFill>
                    <a:schemeClr val="accent1"/>
                  </a:solidFill>
                  <a:latin typeface="+中文正文" charset="0"/>
                </a:rPr>
                <a:t>上位机应用开发技术</a:t>
              </a:r>
            </a:p>
          </p:txBody>
        </p:sp>
        <p:sp>
          <p:nvSpPr>
            <p:cNvPr id="27" name="矩形 26"/>
            <p:cNvSpPr/>
            <p:nvPr>
              <p:custDataLst>
                <p:tags r:id="rId21"/>
              </p:custDataLst>
            </p:nvPr>
          </p:nvSpPr>
          <p:spPr>
            <a:xfrm>
              <a:off x="6765" y="1716"/>
              <a:ext cx="3670" cy="10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中文正文" charset="0"/>
                  <a:sym typeface="+mn-ea"/>
                </a:rPr>
                <a:t>架构设计、芯片选型、外设选型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中文正文" charset="0"/>
                  <a:sym typeface="+mn-ea"/>
                </a:rPr>
                <a:t>通信协议编制、代码编写、调试</a:t>
              </a:r>
            </a:p>
          </p:txBody>
        </p:sp>
        <p:sp>
          <p:nvSpPr>
            <p:cNvPr id="28" name="矩形 27"/>
            <p:cNvSpPr/>
            <p:nvPr>
              <p:custDataLst>
                <p:tags r:id="rId22"/>
              </p:custDataLst>
            </p:nvPr>
          </p:nvSpPr>
          <p:spPr>
            <a:xfrm>
              <a:off x="15646" y="7991"/>
              <a:ext cx="2819" cy="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pPr algn="r"/>
              <a:r>
                <a:rPr lang="zh-CN" altLang="en-US" sz="2000" b="1" kern="0" dirty="0">
                  <a:solidFill>
                    <a:schemeClr val="accent1"/>
                  </a:solidFill>
                  <a:latin typeface="+中文正文" charset="0"/>
                </a:rPr>
                <a:t>团队协作能力</a:t>
              </a:r>
            </a:p>
          </p:txBody>
        </p:sp>
        <p:sp>
          <p:nvSpPr>
            <p:cNvPr id="29" name="矩形 28"/>
            <p:cNvSpPr/>
            <p:nvPr>
              <p:custDataLst>
                <p:tags r:id="rId23"/>
              </p:custDataLst>
            </p:nvPr>
          </p:nvSpPr>
          <p:spPr>
            <a:xfrm>
              <a:off x="14977" y="8763"/>
              <a:ext cx="3488" cy="9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r">
                <a:lnSpc>
                  <a:spcPct val="150000"/>
                </a:lnSpc>
              </a:pPr>
              <a:r>
                <a:rPr 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领导能力、团队沟通、</a:t>
              </a:r>
              <a:r>
                <a:rPr 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中文正文" charset="0"/>
                  <a:sym typeface="+mn-ea"/>
                </a:rPr>
                <a:t>分工合作、相互支持、组装测试、系统联调</a:t>
              </a:r>
            </a:p>
          </p:txBody>
        </p:sp>
        <p:cxnSp>
          <p:nvCxnSpPr>
            <p:cNvPr id="31" name="直接连接符 30"/>
            <p:cNvCxnSpPr/>
            <p:nvPr>
              <p:custDataLst>
                <p:tags r:id="rId24"/>
              </p:custDataLst>
            </p:nvPr>
          </p:nvCxnSpPr>
          <p:spPr>
            <a:xfrm flipH="1" flipV="1">
              <a:off x="14126" y="9849"/>
              <a:ext cx="4261" cy="11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>
              <p:custDataLst>
                <p:tags r:id="rId25"/>
              </p:custDataLst>
            </p:nvPr>
          </p:nvCxnSpPr>
          <p:spPr>
            <a:xfrm flipH="1">
              <a:off x="14744" y="2576"/>
              <a:ext cx="3394" cy="23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26"/>
              </p:custDataLst>
            </p:nvPr>
          </p:nvCxnSpPr>
          <p:spPr>
            <a:xfrm flipH="1">
              <a:off x="13635" y="2587"/>
              <a:ext cx="1144" cy="1306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>
              <p:custDataLst>
                <p:tags r:id="rId27"/>
              </p:custDataLst>
            </p:nvPr>
          </p:nvSpPr>
          <p:spPr>
            <a:xfrm>
              <a:off x="15614" y="1052"/>
              <a:ext cx="2697" cy="5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pPr algn="r"/>
              <a:r>
                <a:rPr lang="zh-CN" altLang="en-US" sz="2000" b="1" kern="0" dirty="0">
                  <a:solidFill>
                    <a:schemeClr val="accent1"/>
                  </a:solidFill>
                  <a:latin typeface="+中文正文" charset="0"/>
                </a:rPr>
                <a:t>产品设计能力</a:t>
              </a:r>
            </a:p>
          </p:txBody>
        </p:sp>
        <p:sp>
          <p:nvSpPr>
            <p:cNvPr id="13" name="矩形 12"/>
            <p:cNvSpPr/>
            <p:nvPr>
              <p:custDataLst>
                <p:tags r:id="rId28"/>
              </p:custDataLst>
            </p:nvPr>
          </p:nvSpPr>
          <p:spPr>
            <a:xfrm>
              <a:off x="14859" y="1587"/>
              <a:ext cx="3436" cy="11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r">
                <a:lnSpc>
                  <a:spcPct val="150000"/>
                </a:lnSpc>
              </a:pPr>
              <a:r>
                <a:rPr 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调研论证、方案设计、产品外观设计、功能设计、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UI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界面设计</a:t>
              </a:r>
              <a:endParaRPr lang="zh-CN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endParaRPr>
            </a:p>
            <a:p>
              <a:pPr algn="r">
                <a:lnSpc>
                  <a:spcPct val="150000"/>
                </a:lnSpc>
              </a:pPr>
              <a:endParaRPr lang="zh-CN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中文正文" charset="0"/>
                <a:sym typeface="+mn-ea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29"/>
              </p:custDataLst>
            </p:nvPr>
          </p:nvCxnSpPr>
          <p:spPr>
            <a:xfrm flipH="1" flipV="1">
              <a:off x="12799" y="7989"/>
              <a:ext cx="1329" cy="1877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0"/>
              </p:custDataLst>
            </p:nvPr>
          </p:nvCxnSpPr>
          <p:spPr>
            <a:xfrm flipH="1" flipV="1">
              <a:off x="14666" y="6865"/>
              <a:ext cx="3560" cy="4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>
              <p:custDataLst>
                <p:tags r:id="rId31"/>
              </p:custDataLst>
            </p:nvPr>
          </p:nvSpPr>
          <p:spPr>
            <a:xfrm>
              <a:off x="15482" y="4153"/>
              <a:ext cx="2819" cy="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pPr algn="r"/>
              <a:r>
                <a:rPr lang="zh-CN" altLang="en-US" sz="2000" b="1" kern="0" dirty="0">
                  <a:solidFill>
                    <a:schemeClr val="accent1"/>
                  </a:solidFill>
                  <a:latin typeface="+中文正文" charset="0"/>
                </a:rPr>
                <a:t>项目管理能力</a:t>
              </a:r>
            </a:p>
          </p:txBody>
        </p:sp>
        <p:sp>
          <p:nvSpPr>
            <p:cNvPr id="36" name="矩形 35"/>
            <p:cNvSpPr/>
            <p:nvPr>
              <p:custDataLst>
                <p:tags r:id="rId32"/>
              </p:custDataLst>
            </p:nvPr>
          </p:nvSpPr>
          <p:spPr>
            <a:xfrm>
              <a:off x="15766" y="4885"/>
              <a:ext cx="2508" cy="14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r">
                <a:lnSpc>
                  <a:spcPct val="150000"/>
                </a:lnSpc>
              </a:pPr>
              <a:r>
                <a:rPr 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制定计划</a:t>
              </a:r>
            </a:p>
            <a:p>
              <a:pPr algn="r">
                <a:lnSpc>
                  <a:spcPct val="150000"/>
                </a:lnSpc>
              </a:pPr>
              <a:r>
                <a:rPr 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进度管控</a:t>
              </a:r>
            </a:p>
            <a:p>
              <a:pPr algn="r">
                <a:lnSpc>
                  <a:spcPct val="150000"/>
                </a:lnSpc>
              </a:pPr>
              <a:r>
                <a:rPr 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中文正文" charset="0"/>
                  <a:sym typeface="+mn-ea"/>
                </a:rPr>
                <a:t>质量管控</a:t>
              </a:r>
            </a:p>
          </p:txBody>
        </p:sp>
        <p:cxnSp>
          <p:nvCxnSpPr>
            <p:cNvPr id="37" name="直接连接符 36"/>
            <p:cNvCxnSpPr/>
            <p:nvPr>
              <p:custDataLst>
                <p:tags r:id="rId33"/>
              </p:custDataLst>
            </p:nvPr>
          </p:nvCxnSpPr>
          <p:spPr>
            <a:xfrm flipH="1">
              <a:off x="10084" y="7510"/>
              <a:ext cx="1481" cy="1715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>
              <p:custDataLst>
                <p:tags r:id="rId34"/>
              </p:custDataLst>
            </p:nvPr>
          </p:nvCxnSpPr>
          <p:spPr>
            <a:xfrm flipH="1">
              <a:off x="6737" y="6453"/>
              <a:ext cx="3718" cy="0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>
              <p:custDataLst>
                <p:tags r:id="rId35"/>
              </p:custDataLst>
            </p:nvPr>
          </p:nvCxnSpPr>
          <p:spPr>
            <a:xfrm flipH="1">
              <a:off x="6717" y="2838"/>
              <a:ext cx="3718" cy="0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>
              <p:custDataLst>
                <p:tags r:id="rId36"/>
              </p:custDataLst>
            </p:nvPr>
          </p:nvCxnSpPr>
          <p:spPr>
            <a:xfrm flipH="1" flipV="1">
              <a:off x="10428" y="2831"/>
              <a:ext cx="793" cy="1015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>
              <p:custDataLst>
                <p:tags r:id="rId37"/>
              </p:custDataLst>
            </p:nvPr>
          </p:nvCxnSpPr>
          <p:spPr>
            <a:xfrm flipH="1">
              <a:off x="6817" y="9228"/>
              <a:ext cx="3287" cy="8"/>
            </a:xfrm>
            <a:prstGeom prst="line">
              <a:avLst/>
            </a:prstGeom>
            <a:ln>
              <a:solidFill>
                <a:schemeClr val="accent1">
                  <a:lumMod val="30000"/>
                  <a:lumOff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/>
            <p:cNvSpPr/>
            <p:nvPr>
              <p:custDataLst>
                <p:tags r:id="rId38"/>
              </p:custDataLst>
            </p:nvPr>
          </p:nvSpPr>
          <p:spPr>
            <a:xfrm>
              <a:off x="6710" y="1087"/>
              <a:ext cx="3819" cy="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r>
                <a:rPr lang="zh-CN" altLang="en-US" sz="2000" b="1" kern="0" dirty="0">
                  <a:solidFill>
                    <a:schemeClr val="accent1"/>
                  </a:solidFill>
                  <a:latin typeface="+中文正文" charset="0"/>
                </a:rPr>
                <a:t>嵌入式开发技术</a:t>
              </a:r>
            </a:p>
          </p:txBody>
        </p:sp>
        <p:sp>
          <p:nvSpPr>
            <p:cNvPr id="43" name="矩形 42"/>
            <p:cNvSpPr/>
            <p:nvPr>
              <p:custDataLst>
                <p:tags r:id="rId39"/>
              </p:custDataLst>
            </p:nvPr>
          </p:nvSpPr>
          <p:spPr>
            <a:xfrm>
              <a:off x="6817" y="8146"/>
              <a:ext cx="3368" cy="9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桌面应用开发、移动端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APP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开发、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小程序开发、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web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端应用开发</a:t>
              </a:r>
            </a:p>
          </p:txBody>
        </p:sp>
        <p:sp>
          <p:nvSpPr>
            <p:cNvPr id="44" name="矩形 43"/>
            <p:cNvSpPr/>
            <p:nvPr>
              <p:custDataLst>
                <p:tags r:id="rId40"/>
              </p:custDataLst>
            </p:nvPr>
          </p:nvSpPr>
          <p:spPr>
            <a:xfrm>
              <a:off x="6730" y="3473"/>
              <a:ext cx="3819" cy="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r>
                <a:rPr lang="en-US" altLang="zh-CN" sz="2000" b="1" kern="0" dirty="0">
                  <a:solidFill>
                    <a:schemeClr val="accent1"/>
                  </a:solidFill>
                  <a:latin typeface="+mn-ea"/>
                </a:rPr>
                <a:t>PCB</a:t>
              </a:r>
              <a:r>
                <a:rPr lang="zh-CN" altLang="en-US" sz="2000" b="1" kern="0" dirty="0">
                  <a:solidFill>
                    <a:schemeClr val="accent1"/>
                  </a:solidFill>
                  <a:latin typeface="+中文正文" charset="0"/>
                </a:rPr>
                <a:t>设计</a:t>
              </a:r>
            </a:p>
          </p:txBody>
        </p:sp>
        <p:sp>
          <p:nvSpPr>
            <p:cNvPr id="45" name="矩形 44"/>
            <p:cNvSpPr/>
            <p:nvPr>
              <p:custDataLst>
                <p:tags r:id="rId41"/>
              </p:custDataLst>
            </p:nvPr>
          </p:nvSpPr>
          <p:spPr>
            <a:xfrm>
              <a:off x="6765" y="4082"/>
              <a:ext cx="3744" cy="17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中文正文" charset="0"/>
                  <a:sym typeface="+mn-ea"/>
                </a:rPr>
                <a:t>深化电路理论理解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中文正文" charset="0"/>
                  <a:sym typeface="+mn-ea"/>
                </a:rPr>
                <a:t>熟悉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sym typeface="+mn-ea"/>
                </a:rPr>
                <a:t>EDA</a:t>
              </a: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中文正文" charset="0"/>
                  <a:sym typeface="+mn-ea"/>
                </a:rPr>
                <a:t>工具使用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中文正文" charset="0"/>
                  <a:sym typeface="+mn-ea"/>
                </a:rPr>
                <a:t>了解元器件封装特性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中文正文" charset="0"/>
                  <a:sym typeface="+mn-ea"/>
                </a:rPr>
                <a:t>提高动手实践能力</a:t>
              </a: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5694680" y="337185"/>
            <a:ext cx="24993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i="1" kern="0" dirty="0">
                <a:solidFill>
                  <a:schemeClr val="bg1">
                    <a:lumMod val="50000"/>
                  </a:schemeClr>
                </a:solidFill>
                <a:latin typeface="+中文正文" charset="0"/>
                <a:sym typeface="+mn-ea"/>
              </a:rPr>
              <a:t>对应职位：嵌入式开发工程师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9409430" y="337185"/>
            <a:ext cx="237363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i="1" kern="0" dirty="0">
                <a:solidFill>
                  <a:schemeClr val="bg1">
                    <a:lumMod val="50000"/>
                  </a:schemeClr>
                </a:solidFill>
                <a:latin typeface="+中文正文" charset="0"/>
                <a:sym typeface="+mn-ea"/>
              </a:rPr>
              <a:t>对应职位：产品经理、美工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4952365" y="1961515"/>
            <a:ext cx="17773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i="1" kern="0" dirty="0">
                <a:solidFill>
                  <a:schemeClr val="bg1">
                    <a:lumMod val="50000"/>
                  </a:schemeClr>
                </a:solidFill>
                <a:latin typeface="+中文正文" charset="0"/>
                <a:sym typeface="+mn-ea"/>
              </a:rPr>
              <a:t>对应职位：电子工程师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4885690" y="4558665"/>
            <a:ext cx="20745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i="1" kern="0" dirty="0">
                <a:solidFill>
                  <a:schemeClr val="bg1">
                    <a:lumMod val="50000"/>
                  </a:schemeClr>
                </a:solidFill>
                <a:latin typeface="+中文正文" charset="0"/>
                <a:sym typeface="+mn-ea"/>
              </a:rPr>
              <a:t>对应职位：软件开发工程师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9800590" y="2308225"/>
            <a:ext cx="203263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i="1" kern="0" dirty="0">
                <a:solidFill>
                  <a:schemeClr val="bg1">
                    <a:lumMod val="50000"/>
                  </a:schemeClr>
                </a:solidFill>
                <a:latin typeface="+中文正文" charset="0"/>
                <a:sym typeface="+mn-ea"/>
              </a:rPr>
              <a:t>对应职位：项目经理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9421495" y="4779645"/>
            <a:ext cx="24110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i="1" kern="0" dirty="0">
                <a:solidFill>
                  <a:schemeClr val="bg1">
                    <a:lumMod val="50000"/>
                  </a:schemeClr>
                </a:solidFill>
                <a:latin typeface="+中文正文" charset="0"/>
                <a:sym typeface="+mn-ea"/>
              </a:rPr>
              <a:t>对应职位：团队领导、技术总监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763270" y="3028315"/>
            <a:ext cx="31578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体验不同角色，提升综合能力</a:t>
            </a:r>
          </a:p>
          <a:p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嵌入式开发工程师</a:t>
            </a: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电子工程师</a:t>
            </a: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软件开发工程师</a:t>
            </a: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产品经理</a:t>
            </a: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美工</a:t>
            </a: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项目经理</a:t>
            </a: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技术总监</a:t>
            </a:r>
          </a:p>
          <a:p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45"/>
          <p:cNvSpPr txBox="1"/>
          <p:nvPr>
            <p:custDataLst>
              <p:tags r:id="rId2"/>
            </p:custDataLst>
          </p:nvPr>
        </p:nvSpPr>
        <p:spPr>
          <a:xfrm>
            <a:off x="4521200" y="698500"/>
            <a:ext cx="5640705" cy="27305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i="0" spc="200" baseline="0" noProof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课程项目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2"/>
          </p:nvPr>
        </p:nvSpPr>
        <p:spPr>
          <a:xfrm>
            <a:off x="3911709" y="3568980"/>
            <a:ext cx="5224007" cy="848320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dirty="0" smtClean="0">
                <a:solidFill>
                  <a:srgbClr val="FF0000"/>
                </a:solidFill>
              </a:rPr>
              <a:t>智能电子血压计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763270" y="1177925"/>
            <a:ext cx="2693035" cy="98234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 algn="l">
              <a:lnSpc>
                <a:spcPct val="110000"/>
              </a:lnSpc>
            </a:pP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课题介绍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22072F3E-452B-4306-8F83-00453BA22EF6}"/>
              </a:ext>
            </a:extLst>
          </p:cNvPr>
          <p:cNvSpPr/>
          <p:nvPr/>
        </p:nvSpPr>
        <p:spPr>
          <a:xfrm>
            <a:off x="4688817" y="1337889"/>
            <a:ext cx="6456416" cy="5013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zh-CN" altLang="en-US" sz="2400" kern="100" dirty="0">
                <a:latin typeface="+mn-ea"/>
              </a:rPr>
              <a:t>电子血压计是示波法血压测量的典型应用，涉及传感器信号采集、模拟电路调理、嵌入式控制、数字滤波算法、蓝牙通信、手机应用开发及外观结构设计等多个环节。本项目要求分组协作，从零设计并制作一台便携式臂式电子血压计，实现充气测量、本地</a:t>
            </a:r>
            <a:r>
              <a:rPr lang="en-US" altLang="zh-CN" sz="2400" kern="100" dirty="0">
                <a:latin typeface="+mn-ea"/>
              </a:rPr>
              <a:t>OLED</a:t>
            </a:r>
            <a:r>
              <a:rPr lang="zh-CN" altLang="en-US" sz="2400" kern="100" dirty="0">
                <a:latin typeface="+mn-ea"/>
              </a:rPr>
              <a:t>显示、蓝牙上传手机</a:t>
            </a:r>
            <a:r>
              <a:rPr lang="en-US" altLang="zh-CN" sz="2400" kern="100" dirty="0">
                <a:latin typeface="+mn-ea"/>
              </a:rPr>
              <a:t>APP</a:t>
            </a:r>
            <a:r>
              <a:rPr lang="zh-CN" altLang="en-US" sz="2400" kern="100" dirty="0">
                <a:latin typeface="+mn-ea"/>
              </a:rPr>
              <a:t>查看结果，并完成</a:t>
            </a:r>
            <a:r>
              <a:rPr lang="en-US" altLang="zh-CN" sz="2400" kern="100" dirty="0">
                <a:latin typeface="+mn-ea"/>
              </a:rPr>
              <a:t>3D</a:t>
            </a:r>
            <a:r>
              <a:rPr lang="zh-CN" altLang="en-US" sz="2400" kern="100" dirty="0">
                <a:latin typeface="+mn-ea"/>
              </a:rPr>
              <a:t>打印外壳整体装配。通过项目实践，培养系统工程思维和多角色协同开发能力。</a:t>
            </a:r>
            <a:endParaRPr lang="zh-CN" altLang="en-US" sz="3200" kern="100" dirty="0">
              <a:effectLst/>
              <a:latin typeface="+mn-ea"/>
            </a:endParaRPr>
          </a:p>
        </p:txBody>
      </p:sp>
      <p:sp>
        <p:nvSpPr>
          <p:cNvPr id="8" name="标题 2">
            <a:extLst>
              <a:ext uri="{FF2B5EF4-FFF2-40B4-BE49-F238E27FC236}">
                <a16:creationId xmlns="" xmlns:a16="http://schemas.microsoft.com/office/drawing/2014/main" id="{DA85A7D8-A6EC-4D5E-8A5C-17621DAAD7F4}"/>
              </a:ext>
            </a:extLst>
          </p:cNvPr>
          <p:cNvSpPr txBox="1">
            <a:spLocks/>
          </p:cNvSpPr>
          <p:nvPr/>
        </p:nvSpPr>
        <p:spPr>
          <a:xfrm>
            <a:off x="5305022" y="441118"/>
            <a:ext cx="5224007" cy="8483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智能电子血压计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4266260" y="539779"/>
            <a:ext cx="7053883" cy="5703922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marL="45720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示波法测量收缩压、舒张压和心率，测量结果在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OLED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屏显示。</a:t>
            </a:r>
          </a:p>
          <a:p>
            <a:pPr marL="45720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蓝牙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将测量结果发送至手机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  <a:p>
            <a:pPr marL="45720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手机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可接进行交互控制、收数据、显示结果、存储并查看历史记录、生成智能健康建议。</a:t>
            </a:r>
          </a:p>
          <a:p>
            <a:pPr marL="45720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PCB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板需自行设计、打板、焊接调试。</a:t>
            </a:r>
          </a:p>
          <a:p>
            <a:pPr marL="45720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外观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结构需完成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建模并打印，能完整装配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PCB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、气泵、电磁阀等部件。</a:t>
            </a:r>
          </a:p>
          <a:p>
            <a:pPr marL="45720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袖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带充气压力不超过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300mmHg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，具备超时自动排气保护等安全设计。</a:t>
            </a:r>
          </a:p>
          <a:p>
            <a:pPr marL="45720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课题内容，查询相关资料，阅读资料，完成课题相应的开题报告与结题报告要求；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63200" y="1178175"/>
            <a:ext cx="2692800" cy="4083799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课题要求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763270" y="1177925"/>
            <a:ext cx="2693035" cy="98234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 algn="l">
              <a:lnSpc>
                <a:spcPct val="110000"/>
              </a:lnSpc>
            </a:pPr>
            <a:r>
              <a:rPr lang="zh-CN" altLang="en-US" sz="4400" b="1" spc="100" dirty="0" smtClean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原理调研</a:t>
            </a:r>
            <a:endParaRPr lang="zh-CN" altLang="en-US" sz="4400" b="1" spc="100" dirty="0">
              <a:solidFill>
                <a:schemeClr val="dk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909" y="3326482"/>
            <a:ext cx="6887226" cy="2889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79" y="3173049"/>
            <a:ext cx="3514474" cy="2538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6448927" y="932589"/>
            <a:ext cx="1363578" cy="717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单片机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334002" y="2160270"/>
            <a:ext cx="1363578" cy="71713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气压传感器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9304420" y="2758460"/>
            <a:ext cx="1363578" cy="71713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气泵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9304420" y="1397225"/>
            <a:ext cx="1363578" cy="71713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电磁阀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064400" y="989362"/>
            <a:ext cx="1363578" cy="71713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显示屏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622630" y="215456"/>
            <a:ext cx="1363578" cy="71713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 smtClean="0"/>
              <a:t>蓝牙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wifi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cxnSp>
        <p:nvCxnSpPr>
          <p:cNvPr id="5" name="直接箭头连接符 4"/>
          <p:cNvCxnSpPr>
            <a:stCxn id="2" idx="1"/>
            <a:endCxn id="13" idx="3"/>
          </p:cNvCxnSpPr>
          <p:nvPr/>
        </p:nvCxnSpPr>
        <p:spPr>
          <a:xfrm flipH="1">
            <a:off x="5427978" y="1291156"/>
            <a:ext cx="1020949" cy="5677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0" idx="0"/>
            <a:endCxn id="2" idx="2"/>
          </p:cNvCxnSpPr>
          <p:nvPr/>
        </p:nvCxnSpPr>
        <p:spPr>
          <a:xfrm flipV="1">
            <a:off x="6015791" y="1649722"/>
            <a:ext cx="1114925" cy="51054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435513" y="2160269"/>
            <a:ext cx="1363578" cy="71713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驱动电路</a:t>
            </a:r>
            <a:endParaRPr lang="zh-CN" altLang="en-US" dirty="0"/>
          </a:p>
        </p:txBody>
      </p:sp>
      <p:cxnSp>
        <p:nvCxnSpPr>
          <p:cNvPr id="17" name="直接箭头连接符 16"/>
          <p:cNvCxnSpPr>
            <a:stCxn id="2" idx="2"/>
            <a:endCxn id="18" idx="0"/>
          </p:cNvCxnSpPr>
          <p:nvPr/>
        </p:nvCxnSpPr>
        <p:spPr>
          <a:xfrm>
            <a:off x="7130716" y="1649722"/>
            <a:ext cx="986586" cy="51054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8" idx="3"/>
            <a:endCxn id="11" idx="1"/>
          </p:cNvCxnSpPr>
          <p:nvPr/>
        </p:nvCxnSpPr>
        <p:spPr>
          <a:xfrm>
            <a:off x="8799091" y="2518836"/>
            <a:ext cx="505329" cy="59819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8" idx="3"/>
            <a:endCxn id="12" idx="1"/>
          </p:cNvCxnSpPr>
          <p:nvPr/>
        </p:nvCxnSpPr>
        <p:spPr>
          <a:xfrm flipV="1">
            <a:off x="8799091" y="1755792"/>
            <a:ext cx="505329" cy="7630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" idx="3"/>
            <a:endCxn id="14" idx="1"/>
          </p:cNvCxnSpPr>
          <p:nvPr/>
        </p:nvCxnSpPr>
        <p:spPr>
          <a:xfrm flipV="1">
            <a:off x="7812505" y="574023"/>
            <a:ext cx="810125" cy="7171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729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763200" y="1178175"/>
            <a:ext cx="2692800" cy="4083799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时间安排</a:t>
            </a:r>
          </a:p>
        </p:txBody>
      </p:sp>
      <p:sp>
        <p:nvSpPr>
          <p:cNvPr id="24" name="任意多边形 20"/>
          <p:cNvSpPr/>
          <p:nvPr>
            <p:custDataLst>
              <p:tags r:id="rId6"/>
            </p:custDataLst>
          </p:nvPr>
        </p:nvSpPr>
        <p:spPr>
          <a:xfrm rot="19743805">
            <a:off x="4951033" y="1003733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任意多边形 21"/>
          <p:cNvSpPr/>
          <p:nvPr>
            <p:custDataLst>
              <p:tags r:id="rId7"/>
            </p:custDataLst>
          </p:nvPr>
        </p:nvSpPr>
        <p:spPr>
          <a:xfrm rot="19743805">
            <a:off x="5220745" y="1003733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矩形 7"/>
          <p:cNvSpPr/>
          <p:nvPr>
            <p:custDataLst>
              <p:tags r:id="rId8"/>
            </p:custDataLst>
          </p:nvPr>
        </p:nvSpPr>
        <p:spPr>
          <a:xfrm>
            <a:off x="5515689" y="985790"/>
            <a:ext cx="5400393" cy="53774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79" y="connsiteY0-80"/>
              </a:cxn>
              <a:cxn ang="0">
                <a:pos x="connsiteX1-81" y="connsiteY1-82"/>
              </a:cxn>
              <a:cxn ang="0">
                <a:pos x="connsiteX2-83" y="connsiteY2-84"/>
              </a:cxn>
              <a:cxn ang="0">
                <a:pos x="connsiteX3-85" y="connsiteY3-86"/>
              </a:cxn>
              <a:cxn ang="0">
                <a:pos x="connsiteX4-87" y="connsiteY4-88"/>
              </a:cxn>
              <a:cxn ang="0">
                <a:pos x="connsiteX5-89" y="connsiteY5-90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1905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b" anchorCtr="0" forceAA="0" compatLnSpc="1">
            <a:no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第</a:t>
            </a:r>
            <a:r>
              <a:rPr lang="en-US" altLang="zh-CN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</a:t>
            </a: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周</a:t>
            </a:r>
          </a:p>
          <a:p>
            <a:pPr lvl="0">
              <a:lnSpc>
                <a:spcPct val="120000"/>
              </a:lnSpc>
            </a:pPr>
            <a:r>
              <a:rPr lang="zh-CN" altLang="en-US" sz="2000" kern="0" spc="15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分组、任务安排、可行性报告撰写</a:t>
            </a:r>
          </a:p>
        </p:txBody>
      </p:sp>
      <p:sp>
        <p:nvSpPr>
          <p:cNvPr id="27" name="任意多边形 20"/>
          <p:cNvSpPr/>
          <p:nvPr>
            <p:custDataLst>
              <p:tags r:id="rId9"/>
            </p:custDataLst>
          </p:nvPr>
        </p:nvSpPr>
        <p:spPr>
          <a:xfrm rot="19743805">
            <a:off x="4951033" y="3173516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8" name="任意多边形 21"/>
          <p:cNvSpPr/>
          <p:nvPr>
            <p:custDataLst>
              <p:tags r:id="rId10"/>
            </p:custDataLst>
          </p:nvPr>
        </p:nvSpPr>
        <p:spPr>
          <a:xfrm rot="19743805">
            <a:off x="5220745" y="3173516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9" name="矩形 7"/>
          <p:cNvSpPr/>
          <p:nvPr>
            <p:custDataLst>
              <p:tags r:id="rId11"/>
            </p:custDataLst>
          </p:nvPr>
        </p:nvSpPr>
        <p:spPr>
          <a:xfrm>
            <a:off x="5515689" y="3155573"/>
            <a:ext cx="5400393" cy="53774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79" y="connsiteY0-80"/>
              </a:cxn>
              <a:cxn ang="0">
                <a:pos x="connsiteX1-81" y="connsiteY1-82"/>
              </a:cxn>
              <a:cxn ang="0">
                <a:pos x="connsiteX2-83" y="connsiteY2-84"/>
              </a:cxn>
              <a:cxn ang="0">
                <a:pos x="connsiteX3-85" y="connsiteY3-86"/>
              </a:cxn>
              <a:cxn ang="0">
                <a:pos x="connsiteX4-87" y="connsiteY4-88"/>
              </a:cxn>
              <a:cxn ang="0">
                <a:pos x="connsiteX5-89" y="connsiteY5-90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1905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b" anchorCtr="0" forceAA="0" compatLnSpc="1">
            <a:no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第</a:t>
            </a:r>
            <a:r>
              <a:rPr lang="en-US" altLang="zh-CN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3-10</a:t>
            </a: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周</a:t>
            </a:r>
          </a:p>
          <a:p>
            <a:pPr lvl="0">
              <a:lnSpc>
                <a:spcPct val="120000"/>
              </a:lnSpc>
            </a:pPr>
            <a:r>
              <a:rPr lang="zh-CN" altLang="en-US" sz="2000" kern="0" spc="15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硬件设计制作、软件编程、中期检查</a:t>
            </a:r>
          </a:p>
        </p:txBody>
      </p:sp>
      <p:sp>
        <p:nvSpPr>
          <p:cNvPr id="12" name="任意多边形 20"/>
          <p:cNvSpPr/>
          <p:nvPr>
            <p:custDataLst>
              <p:tags r:id="rId12"/>
            </p:custDataLst>
          </p:nvPr>
        </p:nvSpPr>
        <p:spPr>
          <a:xfrm rot="19743805">
            <a:off x="4951033" y="4288619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任意多边形 21"/>
          <p:cNvSpPr/>
          <p:nvPr>
            <p:custDataLst>
              <p:tags r:id="rId13"/>
            </p:custDataLst>
          </p:nvPr>
        </p:nvSpPr>
        <p:spPr>
          <a:xfrm rot="19743805">
            <a:off x="5220745" y="4288619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2" name="矩形 7"/>
          <p:cNvSpPr/>
          <p:nvPr>
            <p:custDataLst>
              <p:tags r:id="rId14"/>
            </p:custDataLst>
          </p:nvPr>
        </p:nvSpPr>
        <p:spPr>
          <a:xfrm>
            <a:off x="5515689" y="4270676"/>
            <a:ext cx="5400393" cy="53774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79" y="connsiteY0-80"/>
              </a:cxn>
              <a:cxn ang="0">
                <a:pos x="connsiteX1-81" y="connsiteY1-82"/>
              </a:cxn>
              <a:cxn ang="0">
                <a:pos x="connsiteX2-83" y="connsiteY2-84"/>
              </a:cxn>
              <a:cxn ang="0">
                <a:pos x="connsiteX3-85" y="connsiteY3-86"/>
              </a:cxn>
              <a:cxn ang="0">
                <a:pos x="connsiteX4-87" y="connsiteY4-88"/>
              </a:cxn>
              <a:cxn ang="0">
                <a:pos x="connsiteX5-89" y="connsiteY5-90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1905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b" anchorCtr="0" forceAA="0" compatLnSpc="1">
            <a:no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第</a:t>
            </a:r>
            <a:r>
              <a:rPr lang="en-US" altLang="zh-CN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11-15</a:t>
            </a: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周</a:t>
            </a:r>
            <a:endParaRPr lang="zh-CN" altLang="en-US" sz="2000" kern="0" spc="150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zh-CN" altLang="en-US" sz="2000" kern="0" spc="15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系统调试、功能测试、预验收</a:t>
            </a:r>
          </a:p>
        </p:txBody>
      </p:sp>
      <p:sp>
        <p:nvSpPr>
          <p:cNvPr id="33" name="任意多边形 20"/>
          <p:cNvSpPr/>
          <p:nvPr>
            <p:custDataLst>
              <p:tags r:id="rId15"/>
            </p:custDataLst>
          </p:nvPr>
        </p:nvSpPr>
        <p:spPr>
          <a:xfrm rot="19743805">
            <a:off x="4951033" y="5512482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任意多边形 21"/>
          <p:cNvSpPr/>
          <p:nvPr>
            <p:custDataLst>
              <p:tags r:id="rId16"/>
            </p:custDataLst>
          </p:nvPr>
        </p:nvSpPr>
        <p:spPr>
          <a:xfrm rot="19743805">
            <a:off x="5220745" y="5512482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矩形 7"/>
          <p:cNvSpPr/>
          <p:nvPr>
            <p:custDataLst>
              <p:tags r:id="rId17"/>
            </p:custDataLst>
          </p:nvPr>
        </p:nvSpPr>
        <p:spPr>
          <a:xfrm>
            <a:off x="5515689" y="5494538"/>
            <a:ext cx="5400393" cy="53774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79" y="connsiteY0-80"/>
              </a:cxn>
              <a:cxn ang="0">
                <a:pos x="connsiteX1-81" y="connsiteY1-82"/>
              </a:cxn>
              <a:cxn ang="0">
                <a:pos x="connsiteX2-83" y="connsiteY2-84"/>
              </a:cxn>
              <a:cxn ang="0">
                <a:pos x="connsiteX3-85" y="connsiteY3-86"/>
              </a:cxn>
              <a:cxn ang="0">
                <a:pos x="connsiteX4-87" y="connsiteY4-88"/>
              </a:cxn>
              <a:cxn ang="0">
                <a:pos x="connsiteX5-89" y="connsiteY5-90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1905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b" anchorCtr="0" forceAA="0" compatLnSpc="1">
            <a:no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第</a:t>
            </a:r>
            <a:r>
              <a:rPr lang="en-US" altLang="zh-CN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16</a:t>
            </a: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周</a:t>
            </a:r>
          </a:p>
          <a:p>
            <a:pPr lvl="0">
              <a:lnSpc>
                <a:spcPct val="120000"/>
              </a:lnSpc>
            </a:pPr>
            <a:r>
              <a:rPr lang="zh-CN" altLang="en-US" sz="2000" kern="0" spc="15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集中验收、归档资料整理提交</a:t>
            </a:r>
          </a:p>
        </p:txBody>
      </p:sp>
      <p:sp>
        <p:nvSpPr>
          <p:cNvPr id="47" name="任意多边形 20"/>
          <p:cNvSpPr/>
          <p:nvPr>
            <p:custDataLst>
              <p:tags r:id="rId18"/>
            </p:custDataLst>
          </p:nvPr>
        </p:nvSpPr>
        <p:spPr>
          <a:xfrm rot="19743805">
            <a:off x="4951033" y="2082582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任意多边形 21"/>
          <p:cNvSpPr/>
          <p:nvPr>
            <p:custDataLst>
              <p:tags r:id="rId19"/>
            </p:custDataLst>
          </p:nvPr>
        </p:nvSpPr>
        <p:spPr>
          <a:xfrm rot="19743805">
            <a:off x="5220745" y="2082582"/>
            <a:ext cx="190648" cy="616803"/>
          </a:xfrm>
          <a:custGeom>
            <a:avLst/>
            <a:gdLst>
              <a:gd name="connsiteX0" fmla="*/ 128434 w 128434"/>
              <a:gd name="connsiteY0" fmla="*/ 64576 h 416103"/>
              <a:gd name="connsiteX1" fmla="*/ 128434 w 128434"/>
              <a:gd name="connsiteY1" fmla="*/ 416103 h 416103"/>
              <a:gd name="connsiteX2" fmla="*/ 0 w 128434"/>
              <a:gd name="connsiteY2" fmla="*/ 339125 h 416103"/>
              <a:gd name="connsiteX3" fmla="*/ 0 w 128434"/>
              <a:gd name="connsiteY3" fmla="*/ 0 h 41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34" h="416103">
                <a:moveTo>
                  <a:pt x="128434" y="64576"/>
                </a:moveTo>
                <a:lnTo>
                  <a:pt x="128434" y="416103"/>
                </a:lnTo>
                <a:lnTo>
                  <a:pt x="0" y="339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 sz="24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9" name="矩形 7"/>
          <p:cNvSpPr/>
          <p:nvPr>
            <p:custDataLst>
              <p:tags r:id="rId20"/>
            </p:custDataLst>
          </p:nvPr>
        </p:nvSpPr>
        <p:spPr>
          <a:xfrm>
            <a:off x="5515689" y="1638479"/>
            <a:ext cx="5400393" cy="9639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79" y="connsiteY0-80"/>
              </a:cxn>
              <a:cxn ang="0">
                <a:pos x="connsiteX1-81" y="connsiteY1-82"/>
              </a:cxn>
              <a:cxn ang="0">
                <a:pos x="connsiteX2-83" y="connsiteY2-84"/>
              </a:cxn>
              <a:cxn ang="0">
                <a:pos x="connsiteX3-85" y="connsiteY3-86"/>
              </a:cxn>
              <a:cxn ang="0">
                <a:pos x="connsiteX4-87" y="connsiteY4-88"/>
              </a:cxn>
              <a:cxn ang="0">
                <a:pos x="connsiteX5-89" y="connsiteY5-90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1905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b" anchorCtr="0" forceAA="0" compatLnSpc="1">
            <a:norm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第</a:t>
            </a:r>
            <a:r>
              <a:rPr lang="en-US" altLang="zh-CN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</a:t>
            </a:r>
            <a:r>
              <a:rPr lang="zh-CN" altLang="en-US" sz="2000" b="1" kern="0" spc="1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周</a:t>
            </a:r>
          </a:p>
          <a:p>
            <a:pPr lvl="0">
              <a:lnSpc>
                <a:spcPct val="120000"/>
              </a:lnSpc>
            </a:pPr>
            <a:r>
              <a:rPr lang="zh-CN" altLang="en-US" sz="2000" kern="0" spc="15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提交可行性报告</a:t>
            </a:r>
          </a:p>
        </p:txBody>
      </p:sp>
      <p:sp>
        <p:nvSpPr>
          <p:cNvPr id="2" name="矩形 1"/>
          <p:cNvSpPr/>
          <p:nvPr/>
        </p:nvSpPr>
        <p:spPr>
          <a:xfrm>
            <a:off x="894715" y="2892425"/>
            <a:ext cx="941705" cy="3562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21"/>
            </p:custDataLst>
          </p:nvPr>
        </p:nvSpPr>
        <p:spPr>
          <a:xfrm>
            <a:off x="894715" y="3248660"/>
            <a:ext cx="941705" cy="882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22"/>
            </p:custDataLst>
          </p:nvPr>
        </p:nvSpPr>
        <p:spPr>
          <a:xfrm>
            <a:off x="894715" y="4130675"/>
            <a:ext cx="941705" cy="58229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23"/>
            </p:custDataLst>
          </p:nvPr>
        </p:nvSpPr>
        <p:spPr>
          <a:xfrm>
            <a:off x="894715" y="4712970"/>
            <a:ext cx="941705" cy="21209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24"/>
            </p:custDataLst>
          </p:nvPr>
        </p:nvSpPr>
        <p:spPr>
          <a:xfrm>
            <a:off x="894715" y="4925060"/>
            <a:ext cx="941705" cy="2120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 rot="16200000">
            <a:off x="1934845" y="2889250"/>
            <a:ext cx="210185" cy="661670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>
            <p:custDataLst>
              <p:tags r:id="rId25"/>
            </p:custDataLst>
          </p:nvPr>
        </p:nvSpPr>
        <p:spPr>
          <a:xfrm rot="16200000">
            <a:off x="1934845" y="3756025"/>
            <a:ext cx="210185" cy="661670"/>
          </a:xfrm>
          <a:prstGeom prst="triangl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>
            <p:custDataLst>
              <p:tags r:id="rId26"/>
            </p:custDataLst>
          </p:nvPr>
        </p:nvSpPr>
        <p:spPr>
          <a:xfrm rot="16200000">
            <a:off x="1934845" y="4773295"/>
            <a:ext cx="210185" cy="6616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475865" y="3042285"/>
            <a:ext cx="1293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开题报告</a:t>
            </a:r>
          </a:p>
        </p:txBody>
      </p:sp>
      <p:sp>
        <p:nvSpPr>
          <p:cNvPr id="18" name="文本框 17"/>
          <p:cNvSpPr txBox="1"/>
          <p:nvPr>
            <p:custDataLst>
              <p:tags r:id="rId27"/>
            </p:custDataLst>
          </p:nvPr>
        </p:nvSpPr>
        <p:spPr>
          <a:xfrm>
            <a:off x="2484755" y="3905885"/>
            <a:ext cx="1354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中期检查表</a:t>
            </a:r>
          </a:p>
        </p:txBody>
      </p:sp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>
            <a:off x="2516505" y="4925060"/>
            <a:ext cx="1354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结题报告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4799891" y="1166307"/>
            <a:ext cx="6235643" cy="4761325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/>
          </a:bodyPr>
          <a:lstStyle/>
          <a:p>
            <a:pPr lvl="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</a:pPr>
            <a:r>
              <a:rPr lang="zh-CN" altLang="en-US" sz="2800" b="1" dirty="0">
                <a:solidFill>
                  <a:srgbClr val="C876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建议分工安排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嵌入式软件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人）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移动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端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APP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人）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en-US" altLang="zh-CN" sz="28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PCB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设计制作（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人）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设计与实现（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人）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外观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外壳结构（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endParaRPr lang="zh-CN" altLang="en-US"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35491" y="1166307"/>
            <a:ext cx="2692800" cy="880207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团队分工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88E4EE89-9FB1-4572-9249-28C03866832C}"/>
              </a:ext>
            </a:extLst>
          </p:cNvPr>
          <p:cNvSpPr/>
          <p:nvPr/>
        </p:nvSpPr>
        <p:spPr>
          <a:xfrm>
            <a:off x="763200" y="2838875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组长（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人）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6D73292B-A795-4734-909A-F14CAC74FFEC}"/>
              </a:ext>
            </a:extLst>
          </p:cNvPr>
          <p:cNvSpPr/>
          <p:nvPr/>
        </p:nvSpPr>
        <p:spPr>
          <a:xfrm>
            <a:off x="735491" y="4441378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组员（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人）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763200" y="1178175"/>
            <a:ext cx="2692800" cy="4083799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个人成绩</a:t>
            </a:r>
          </a:p>
        </p:txBody>
      </p:sp>
      <p:grpSp>
        <p:nvGrpSpPr>
          <p:cNvPr id="96" name="组合 95"/>
          <p:cNvGrpSpPr/>
          <p:nvPr/>
        </p:nvGrpSpPr>
        <p:grpSpPr>
          <a:xfrm>
            <a:off x="443865" y="2569845"/>
            <a:ext cx="3021330" cy="3155315"/>
            <a:chOff x="886924" y="1655416"/>
            <a:chExt cx="3482502" cy="3635978"/>
          </a:xfrm>
        </p:grpSpPr>
        <p:sp>
          <p:nvSpPr>
            <p:cNvPr id="5" name="任意多边形 4"/>
            <p:cNvSpPr/>
            <p:nvPr>
              <p:custDataLst>
                <p:tags r:id="rId6"/>
              </p:custDataLst>
            </p:nvPr>
          </p:nvSpPr>
          <p:spPr>
            <a:xfrm rot="7127193">
              <a:off x="1594396" y="2742858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CB7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" name="任意多边形 3"/>
            <p:cNvSpPr/>
            <p:nvPr>
              <p:custDataLst>
                <p:tags r:id="rId7"/>
              </p:custDataLst>
            </p:nvPr>
          </p:nvSpPr>
          <p:spPr>
            <a:xfrm rot="14174808">
              <a:off x="886924" y="2277459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CB7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 rot="10907324">
              <a:off x="2144626" y="2501571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A29266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 rot="17954939">
              <a:off x="2105070" y="1655416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A29266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0"/>
              </p:custDataLst>
            </p:nvPr>
          </p:nvSpPr>
          <p:spPr>
            <a:xfrm>
              <a:off x="2275233" y="1773627"/>
              <a:ext cx="803738" cy="814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功能实现</a:t>
              </a:r>
            </a:p>
          </p:txBody>
        </p:sp>
        <p:sp>
          <p:nvSpPr>
            <p:cNvPr id="17" name="任意多边形 16"/>
            <p:cNvSpPr/>
            <p:nvPr>
              <p:custDataLst>
                <p:tags r:id="rId11"/>
              </p:custDataLst>
            </p:nvPr>
          </p:nvSpPr>
          <p:spPr>
            <a:xfrm rot="14392085">
              <a:off x="2636983" y="2738947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E6B87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18" name="任意多边形 17"/>
            <p:cNvSpPr/>
            <p:nvPr>
              <p:custDataLst>
                <p:tags r:id="rId12"/>
              </p:custDataLst>
            </p:nvPr>
          </p:nvSpPr>
          <p:spPr>
            <a:xfrm rot="21439700">
              <a:off x="3210575" y="2259098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E6B87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3" name="任意多边形 22"/>
            <p:cNvSpPr/>
            <p:nvPr>
              <p:custDataLst>
                <p:tags r:id="rId13"/>
              </p:custDataLst>
            </p:nvPr>
          </p:nvSpPr>
          <p:spPr>
            <a:xfrm rot="17927193">
              <a:off x="2605060" y="3271889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6F4D3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4" name="任意多边形 23"/>
            <p:cNvSpPr/>
            <p:nvPr>
              <p:custDataLst>
                <p:tags r:id="rId14"/>
              </p:custDataLst>
            </p:nvPr>
          </p:nvSpPr>
          <p:spPr>
            <a:xfrm rot="3374808">
              <a:off x="3186814" y="3515628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6F4D3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9" name="任意多边形 28"/>
            <p:cNvSpPr/>
            <p:nvPr>
              <p:custDataLst>
                <p:tags r:id="rId15"/>
              </p:custDataLst>
            </p:nvPr>
          </p:nvSpPr>
          <p:spPr>
            <a:xfrm rot="112561">
              <a:off x="2096081" y="3508086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6F868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任意多边形 29"/>
            <p:cNvSpPr/>
            <p:nvPr>
              <p:custDataLst>
                <p:tags r:id="rId16"/>
              </p:custDataLst>
            </p:nvPr>
          </p:nvSpPr>
          <p:spPr>
            <a:xfrm rot="7160176">
              <a:off x="2008800" y="4132543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6F868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35" name="任意多边形 34"/>
            <p:cNvSpPr/>
            <p:nvPr>
              <p:custDataLst>
                <p:tags r:id="rId17"/>
              </p:custDataLst>
            </p:nvPr>
          </p:nvSpPr>
          <p:spPr>
            <a:xfrm rot="3592085">
              <a:off x="1615194" y="3278906"/>
              <a:ext cx="1033134" cy="937191"/>
            </a:xfrm>
            <a:custGeom>
              <a:avLst/>
              <a:gdLst>
                <a:gd name="connsiteX0" fmla="*/ 1411103 w 1411103"/>
                <a:gd name="connsiteY0" fmla="*/ 1280061 h 1280061"/>
                <a:gd name="connsiteX1" fmla="*/ 1293333 w 1411103"/>
                <a:gd name="connsiteY1" fmla="*/ 1280061 h 1280061"/>
                <a:gd name="connsiteX2" fmla="*/ 1240269 w 1411103"/>
                <a:gd name="connsiteY2" fmla="*/ 1201530 h 1280061"/>
                <a:gd name="connsiteX3" fmla="*/ 1025475 w 1411103"/>
                <a:gd name="connsiteY3" fmla="*/ 1028373 h 1280061"/>
                <a:gd name="connsiteX4" fmla="*/ 165678 w 1411103"/>
                <a:gd name="connsiteY4" fmla="*/ 1206750 h 1280061"/>
                <a:gd name="connsiteX5" fmla="*/ 117674 w 1411103"/>
                <a:gd name="connsiteY5" fmla="*/ 1280061 h 1280061"/>
                <a:gd name="connsiteX6" fmla="*/ 0 w 1411103"/>
                <a:gd name="connsiteY6" fmla="*/ 1280061 h 1280061"/>
                <a:gd name="connsiteX7" fmla="*/ 705552 w 1411103"/>
                <a:gd name="connsiteY7" fmla="*/ 0 h 12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103" h="1280061">
                  <a:moveTo>
                    <a:pt x="1411103" y="1280061"/>
                  </a:moveTo>
                  <a:lnTo>
                    <a:pt x="1293333" y="1280061"/>
                  </a:lnTo>
                  <a:lnTo>
                    <a:pt x="1240269" y="1201530"/>
                  </a:lnTo>
                  <a:cubicBezTo>
                    <a:pt x="1182724" y="1132002"/>
                    <a:pt x="1110597" y="1072609"/>
                    <a:pt x="1025475" y="1028373"/>
                  </a:cubicBezTo>
                  <a:cubicBezTo>
                    <a:pt x="727550" y="873545"/>
                    <a:pt x="369161" y="955695"/>
                    <a:pt x="165678" y="1206750"/>
                  </a:cubicBezTo>
                  <a:lnTo>
                    <a:pt x="117674" y="1280061"/>
                  </a:lnTo>
                  <a:lnTo>
                    <a:pt x="0" y="1280061"/>
                  </a:lnTo>
                  <a:lnTo>
                    <a:pt x="705552" y="0"/>
                  </a:lnTo>
                  <a:close/>
                </a:path>
              </a:pathLst>
            </a:custGeom>
            <a:solidFill>
              <a:srgbClr val="7D755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36" name="任意多边形 35"/>
            <p:cNvSpPr/>
            <p:nvPr>
              <p:custDataLst>
                <p:tags r:id="rId18"/>
              </p:custDataLst>
            </p:nvPr>
          </p:nvSpPr>
          <p:spPr>
            <a:xfrm rot="10639700">
              <a:off x="915884" y="3537095"/>
              <a:ext cx="1158851" cy="1158851"/>
            </a:xfrm>
            <a:custGeom>
              <a:avLst/>
              <a:gdLst>
                <a:gd name="connsiteX0" fmla="*/ 791407 w 1582814"/>
                <a:gd name="connsiteY0" fmla="*/ 96623 h 1582814"/>
                <a:gd name="connsiteX1" fmla="*/ 96623 w 1582814"/>
                <a:gd name="connsiteY1" fmla="*/ 791407 h 1582814"/>
                <a:gd name="connsiteX2" fmla="*/ 791407 w 1582814"/>
                <a:gd name="connsiteY2" fmla="*/ 1486191 h 1582814"/>
                <a:gd name="connsiteX3" fmla="*/ 1486191 w 1582814"/>
                <a:gd name="connsiteY3" fmla="*/ 791407 h 1582814"/>
                <a:gd name="connsiteX4" fmla="*/ 791407 w 1582814"/>
                <a:gd name="connsiteY4" fmla="*/ 96623 h 1582814"/>
                <a:gd name="connsiteX5" fmla="*/ 791407 w 1582814"/>
                <a:gd name="connsiteY5" fmla="*/ 0 h 1582814"/>
                <a:gd name="connsiteX6" fmla="*/ 1582814 w 1582814"/>
                <a:gd name="connsiteY6" fmla="*/ 791407 h 1582814"/>
                <a:gd name="connsiteX7" fmla="*/ 791407 w 1582814"/>
                <a:gd name="connsiteY7" fmla="*/ 1582814 h 1582814"/>
                <a:gd name="connsiteX8" fmla="*/ 0 w 1582814"/>
                <a:gd name="connsiteY8" fmla="*/ 791407 h 1582814"/>
                <a:gd name="connsiteX9" fmla="*/ 791407 w 1582814"/>
                <a:gd name="connsiteY9" fmla="*/ 0 h 158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2814" h="1582814">
                  <a:moveTo>
                    <a:pt x="791407" y="96623"/>
                  </a:moveTo>
                  <a:cubicBezTo>
                    <a:pt x="407688" y="96623"/>
                    <a:pt x="96623" y="407688"/>
                    <a:pt x="96623" y="791407"/>
                  </a:cubicBezTo>
                  <a:cubicBezTo>
                    <a:pt x="96623" y="1175126"/>
                    <a:pt x="407688" y="1486191"/>
                    <a:pt x="791407" y="1486191"/>
                  </a:cubicBezTo>
                  <a:cubicBezTo>
                    <a:pt x="1175126" y="1486191"/>
                    <a:pt x="1486191" y="1175126"/>
                    <a:pt x="1486191" y="791407"/>
                  </a:cubicBezTo>
                  <a:cubicBezTo>
                    <a:pt x="1486191" y="407688"/>
                    <a:pt x="1175126" y="96623"/>
                    <a:pt x="791407" y="96623"/>
                  </a:cubicBezTo>
                  <a:close/>
                  <a:moveTo>
                    <a:pt x="791407" y="0"/>
                  </a:moveTo>
                  <a:cubicBezTo>
                    <a:pt x="1228489" y="0"/>
                    <a:pt x="1582814" y="354325"/>
                    <a:pt x="1582814" y="791407"/>
                  </a:cubicBezTo>
                  <a:cubicBezTo>
                    <a:pt x="1582814" y="1228489"/>
                    <a:pt x="1228489" y="1582814"/>
                    <a:pt x="791407" y="1582814"/>
                  </a:cubicBezTo>
                  <a:cubicBezTo>
                    <a:pt x="354325" y="1582814"/>
                    <a:pt x="0" y="1228489"/>
                    <a:pt x="0" y="791407"/>
                  </a:cubicBezTo>
                  <a:cubicBezTo>
                    <a:pt x="0" y="354325"/>
                    <a:pt x="354325" y="0"/>
                    <a:pt x="791407" y="0"/>
                  </a:cubicBezTo>
                  <a:close/>
                </a:path>
              </a:pathLst>
            </a:custGeom>
            <a:solidFill>
              <a:srgbClr val="7D755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19"/>
              </p:custDataLst>
            </p:nvPr>
          </p:nvSpPr>
          <p:spPr>
            <a:xfrm>
              <a:off x="3398385" y="2460065"/>
              <a:ext cx="803738" cy="814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设计报告</a:t>
              </a:r>
            </a:p>
          </p:txBody>
        </p:sp>
        <p:sp>
          <p:nvSpPr>
            <p:cNvPr id="67" name="文本框 66"/>
            <p:cNvSpPr txBox="1"/>
            <p:nvPr>
              <p:custDataLst>
                <p:tags r:id="rId20"/>
              </p:custDataLst>
            </p:nvPr>
          </p:nvSpPr>
          <p:spPr>
            <a:xfrm>
              <a:off x="3378994" y="3709095"/>
              <a:ext cx="803738" cy="814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进度成本</a:t>
              </a:r>
            </a:p>
          </p:txBody>
        </p:sp>
        <p:sp>
          <p:nvSpPr>
            <p:cNvPr id="68" name="文本框 67"/>
            <p:cNvSpPr txBox="1"/>
            <p:nvPr>
              <p:custDataLst>
                <p:tags r:id="rId21"/>
              </p:custDataLst>
            </p:nvPr>
          </p:nvSpPr>
          <p:spPr>
            <a:xfrm>
              <a:off x="1062658" y="2447000"/>
              <a:ext cx="803738" cy="814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团队合作</a:t>
              </a:r>
            </a:p>
          </p:txBody>
        </p:sp>
        <p:sp>
          <p:nvSpPr>
            <p:cNvPr id="69" name="文本框 68"/>
            <p:cNvSpPr txBox="1"/>
            <p:nvPr>
              <p:custDataLst>
                <p:tags r:id="rId22"/>
              </p:custDataLst>
            </p:nvPr>
          </p:nvSpPr>
          <p:spPr>
            <a:xfrm>
              <a:off x="1099361" y="3762337"/>
              <a:ext cx="803738" cy="814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创新责任</a:t>
              </a:r>
            </a:p>
          </p:txBody>
        </p:sp>
        <p:sp>
          <p:nvSpPr>
            <p:cNvPr id="70" name="文本框 69"/>
            <p:cNvSpPr txBox="1"/>
            <p:nvPr>
              <p:custDataLst>
                <p:tags r:id="rId23"/>
              </p:custDataLst>
            </p:nvPr>
          </p:nvSpPr>
          <p:spPr>
            <a:xfrm>
              <a:off x="2201094" y="4343457"/>
              <a:ext cx="803738" cy="814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结题报告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048250" y="2068195"/>
            <a:ext cx="6096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44830" indent="-457200" fontAlgn="auto">
              <a:lnSpc>
                <a:spcPct val="150000"/>
              </a:lnSpc>
            </a:pPr>
            <a:r>
              <a:rPr lang="zh-CN" altLang="en-US" sz="3600" dirty="0">
                <a:latin typeface="+mn-ea"/>
                <a:sym typeface="+mn-ea"/>
              </a:rPr>
              <a:t>个人成绩</a:t>
            </a:r>
            <a:r>
              <a:rPr lang="en-US" altLang="zh-CN" sz="3600" dirty="0">
                <a:latin typeface="+mn-ea"/>
                <a:sym typeface="+mn-ea"/>
              </a:rPr>
              <a:t> =</a:t>
            </a:r>
            <a:endParaRPr lang="zh-CN" altLang="en-US" sz="3600" dirty="0">
              <a:latin typeface="+mn-ea"/>
              <a:sym typeface="+mn-ea"/>
            </a:endParaRPr>
          </a:p>
          <a:p>
            <a:pPr marL="544830" indent="-457200" fontAlgn="auto">
              <a:lnSpc>
                <a:spcPct val="150000"/>
              </a:lnSpc>
            </a:pPr>
            <a:r>
              <a:rPr lang="zh-CN" altLang="en-US" sz="3600" dirty="0">
                <a:latin typeface="+mn-ea"/>
                <a:sym typeface="+mn-ea"/>
              </a:rPr>
              <a:t>小组成绩</a:t>
            </a:r>
            <a:r>
              <a:rPr lang="en-US" altLang="zh-CN" sz="3600" dirty="0">
                <a:latin typeface="+mn-ea"/>
                <a:sym typeface="+mn-ea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sym typeface="+mn-ea"/>
              </a:rPr>
              <a:t>×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sym typeface="+mn-ea"/>
              </a:rPr>
              <a:t> </a:t>
            </a:r>
            <a:r>
              <a:rPr lang="en-US" altLang="zh-CN" sz="3600" dirty="0">
                <a:latin typeface="+mn-ea"/>
                <a:sym typeface="+mn-ea"/>
              </a:rPr>
              <a:t>50%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sym typeface="+mn-ea"/>
              </a:rPr>
              <a:t>×</a:t>
            </a:r>
            <a:r>
              <a:rPr lang="zh-CN" altLang="en-US" sz="3600" dirty="0">
                <a:latin typeface="+mn-ea"/>
                <a:sym typeface="+mn-ea"/>
              </a:rPr>
              <a:t>（</a:t>
            </a:r>
            <a:r>
              <a:rPr lang="en-US" altLang="zh-CN" sz="3600" dirty="0">
                <a:latin typeface="+mn-ea"/>
                <a:sym typeface="+mn-ea"/>
              </a:rPr>
              <a:t>1 + </a:t>
            </a:r>
            <a:r>
              <a:rPr lang="zh-CN" altLang="en-US" sz="3600" dirty="0">
                <a:latin typeface="+mn-ea"/>
                <a:sym typeface="+mn-ea"/>
              </a:rPr>
              <a:t>小组人数</a:t>
            </a:r>
            <a:r>
              <a:rPr lang="en-US" altLang="zh-CN" sz="3600" dirty="0">
                <a:latin typeface="+mn-ea"/>
                <a:sym typeface="+mn-ea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sym typeface="+mn-ea"/>
              </a:rPr>
              <a:t>×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sym typeface="+mn-ea"/>
              </a:rPr>
              <a:t> </a:t>
            </a:r>
            <a:r>
              <a:rPr lang="zh-CN" altLang="en-US" sz="3600" dirty="0">
                <a:latin typeface="+mn-ea"/>
                <a:sym typeface="+mn-ea"/>
              </a:rPr>
              <a:t>个人贡献比）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4431014" y="762586"/>
            <a:ext cx="6997788" cy="5332826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/>
          </a:bodyPr>
          <a:lstStyle/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每周至少举行一次研讨交流会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所有组员必须参加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形式以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实物展示为主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每位学生都要发言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教师根据情况随机提问，对学生情况进行摸底</a:t>
            </a: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63200" y="1178175"/>
            <a:ext cx="2692800" cy="4083799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研讨交流</a:t>
            </a: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815975" y="6177280"/>
            <a:ext cx="10321290" cy="3987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注：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</a:rPr>
              <a:t>课题组长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必须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</a:rPr>
              <a:t>每周提交《课题进度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对照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</a:rPr>
              <a:t>表》和《每周小组研讨记录表》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到学习通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4672800" y="762586"/>
            <a:ext cx="6756001" cy="5332826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 fontScale="85000" lnSpcReduction="10000"/>
          </a:bodyPr>
          <a:lstStyle/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实验室：</a:t>
            </a:r>
            <a:endParaRPr lang="en-US" altLang="zh-CN"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地点：东区翔英楼 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T315</a:t>
            </a:r>
          </a:p>
          <a:p>
            <a:pPr lvl="0" indent="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时间：周一至周五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8:00~17:00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，节假日不开放</a:t>
            </a:r>
          </a:p>
          <a:p>
            <a:pPr lvl="0" indent="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None/>
            </a:pPr>
            <a:endParaRPr lang="zh-CN" altLang="en-US"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charset="0"/>
              <a:buChar char="u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答疑时间：</a:t>
            </a:r>
          </a:p>
          <a:p>
            <a:pPr lvl="0" indent="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charset="0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周一至周五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8:30~17:00</a:t>
            </a:r>
          </a:p>
          <a:p>
            <a:pPr lvl="0" indent="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charset="0"/>
              <a:buNone/>
            </a:pPr>
            <a:endParaRPr lang="zh-CN" altLang="en-US"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charset="0"/>
              <a:buChar char="u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答疑地点：</a:t>
            </a:r>
          </a:p>
          <a:p>
            <a:pPr lvl="0" indent="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charset="0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东区翔英楼 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T305</a:t>
            </a:r>
            <a:endParaRPr lang="zh-CN" altLang="en-US"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endParaRPr lang="zh-CN" altLang="en-US"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63200" y="1178175"/>
            <a:ext cx="2692800" cy="4083799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实验室开放</a:t>
            </a:r>
            <a:r>
              <a:rPr lang="en-US" altLang="zh-CN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&amp;</a:t>
            </a: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答疑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2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solidFill>
                  <a:schemeClr val="dk1">
                    <a:lumMod val="85000"/>
                    <a:lumOff val="15000"/>
                  </a:schemeClr>
                </a:solidFill>
              </a:rPr>
              <a:t>实验室提供大量基础元器件满足基本需求</a:t>
            </a:r>
          </a:p>
        </p:txBody>
      </p:sp>
      <p:sp>
        <p:nvSpPr>
          <p:cNvPr id="27" name="文本框 45"/>
          <p:cNvSpPr txBox="1"/>
          <p:nvPr>
            <p:custDataLst>
              <p:tags r:id="rId3"/>
            </p:custDataLst>
          </p:nvPr>
        </p:nvSpPr>
        <p:spPr>
          <a:xfrm>
            <a:off x="4521200" y="698500"/>
            <a:ext cx="5640705" cy="27305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i="0" spc="200" baseline="0" noProof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元器件采购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3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特殊元器件可以自行购买，开具发票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763270" y="605790"/>
            <a:ext cx="907415" cy="3130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 fontScale="5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33"/>
          <p:cNvSpPr txBox="1"/>
          <p:nvPr>
            <p:custDataLst>
              <p:tags r:id="rId4"/>
            </p:custDataLst>
          </p:nvPr>
        </p:nvSpPr>
        <p:spPr>
          <a:xfrm>
            <a:off x="810260" y="612775"/>
            <a:ext cx="860425" cy="30797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spc="100" dirty="0">
                <a:solidFill>
                  <a:schemeClr val="lt1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SHU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spc="100" baseline="0" noProof="0" dirty="0">
              <a:ln>
                <a:noFill/>
              </a:ln>
              <a:solidFill>
                <a:schemeClr val="lt1">
                  <a:alpha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4672800" y="762586"/>
            <a:ext cx="6756001" cy="5332826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 fontScale="92500" lnSpcReduction="20000"/>
          </a:bodyPr>
          <a:lstStyle/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课题所需元器件开发板首先问老师实验室是否已有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0" indent="-457200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老师同意可以网上采购，额度在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150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元以内。发票交老师报销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indent="-457200" algn="l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类型：普通发票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 algn="l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台头：上海大学          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 algn="l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税号：1231000042502637XE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 algn="l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内容：明细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 algn="l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发票上要写货品详细名称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 algn="l">
              <a:lnSpc>
                <a:spcPct val="13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sym typeface="+mn-ea"/>
              </a:rPr>
              <a:t>如果是“电子元器件一批”或单位写“批”的要附上随发票一起开出的“元器件应税劳务清单”，并加盖和发票上一致的公章。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63200" y="1178175"/>
            <a:ext cx="2692800" cy="4083799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4400" b="1" spc="100" dirty="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发票规范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lt1"/>
                </a:solidFill>
              </a:rPr>
              <a:t>THANKS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65&quot;:[20204425],&quot;70&quot;:[3325996]}"/>
  <p:tag name="COMMONDATA" val="eyJoZGlkIjoiNzVlZDAwYzRmZTgwNGI5OGY4YjczZWU2MDJlNjQzMj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044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v"/>
  <p:tag name="KSO_WM_UNIT_TYPE" val="i"/>
  <p:tag name="KSO_WM_UNIT_INDEX" val="1"/>
  <p:tag name="KSO_WM_UNIT_ID" val="chip20204425_1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8"/>
  <p:tag name="KSO_WM_UNIT_DEC_AREA_ID" val="2d3c035ba1ed42388937757befe19476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4a649cba7df413eb48b696c3f6acd1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425_1*b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单击此处添加副标题内容"/>
  <p:tag name="KSO_WM_UNIT_DEFAULT_FONT" val="18;24;2"/>
  <p:tag name="KSO_WM_UNIT_BLOCK" val="0"/>
  <p:tag name="KSO_WM_UNIT_DEC_AREA_ID" val="8e3abd50a6fa45978f08c1750a7f33ff"/>
  <p:tag name="KSO_WM_CHIP_GROUPID" val="5ebe59c40ac41c4a0a5256aa"/>
  <p:tag name="KSO_WM_CHIP_XID" val="5ebe59c40ac41c4a0a5256ab"/>
  <p:tag name="KSO_WM_CHIP_FILLAREA_FILL_RULE" val="{&quot;fill_align&quot;:&quot;cm&quot;,&quot;fill_mode&quot;:&quot;adaptive&quot;,&quot;sacle_strategy&quot;:&quot;smart&quot;}"/>
  <p:tag name="KSO_WM_ASSEMBLE_CHIP_INDEX" val="0aea22f3bd5641b19434fdad52a24ac0"/>
  <p:tag name="KSO_WM_UNIT_TEXT_FILL_FORE_SCHEMECOLOR_INDEX_BRIGHTNESS" val="0.35"/>
  <p:tag name="KSO_WM_UNIT_TEXT_FILL_FORE_SCHEMECOLOR_INDEX" val="13"/>
  <p:tag name="KSO_WM_UNIT_TEXT_FILL_TYPE" val="1"/>
  <p:tag name="KSO_WM_TEMPLATE_ASSEMBLE_XID" val="5f9a2f7ee01a7e847d6ffe38"/>
  <p:tag name="KSO_WM_TEMPLATE_ASSEMBLE_GROUPID" val="5f8cf329a61ec3b55284a70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1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创业融资商业计划书"/>
  <p:tag name="KSO_WM_UNIT_DEFAULT_FONT" val="56;72;4"/>
  <p:tag name="KSO_WM_UNIT_BLOCK" val="0"/>
  <p:tag name="KSO_WM_UNIT_DEC_AREA_ID" val="420ca093b75c49b9b005c7f4345b8b1f"/>
  <p:tag name="KSO_WM_CHIP_GROUPID" val="5ebe59c40ac41c4a0a5256aa"/>
  <p:tag name="KSO_WM_CHIP_XID" val="5ebe59c40ac41c4a0a5256ab"/>
  <p:tag name="KSO_WM_CHIP_FILLAREA_FILL_RULE" val="{&quot;fill_align&quot;:&quot;cm&quot;,&quot;fill_mode&quot;:&quot;adaptive&quot;,&quot;sacle_strategy&quot;:&quot;smart&quot;}"/>
  <p:tag name="KSO_WM_ASSEMBLE_CHIP_INDEX" val="0aea22f3bd5641b19434fdad52a24ac0"/>
  <p:tag name="KSO_WM_UNIT_TEXT_FILL_FORE_SCHEMECOLOR_INDEX_BRIGHTNESS" val="0.15"/>
  <p:tag name="KSO_WM_UNIT_TEXT_FILL_FORE_SCHEMECOLOR_INDEX" val="13"/>
  <p:tag name="KSO_WM_UNIT_TEXT_FILL_TYPE" val="1"/>
  <p:tag name="KSO_WM_TEMPLATE_ASSEMBLE_XID" val="5f9a2f7ee01a7e847d6ffe38"/>
  <p:tag name="KSO_WM_TEMPLATE_ASSEMBLE_GROUPID" val="5f8cf329a61ec3b55284a70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95a082539c274b98a04970394feacd8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f77e9be4e5f43e3a7886d604630704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acd11615e8544fbd82c9c7c3825adcb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7f14122fecb4e6eb42135e9d3bd273f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04425_2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9"/>
  <p:tag name="KSO_WM_UNIT_DEC_AREA_ID" val="6414dd953381419fb60e70ebf3f3985a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e2bbada86369440ba88d77ac98bf787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5ed70a1f495f49f6b1fe4c4c82046f7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48973e8411844edafb87e1f114f912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7ee29be1e3b74a40ae1ed556729a407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a23811735d7483ebe98fb0d71eb00b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1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28;2"/>
  <p:tag name="KSO_WM_UNIT_BLOCK" val="0"/>
  <p:tag name="KSO_WM_UNIT_DEC_AREA_ID" val="27d13cc7088140c786cdc714beb3344a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8e8633be72394db987b9f27a9b1dffd7"/>
  <p:tag name="KSO_WM_UNIT_TEXT_FILL_FORE_SCHEMECOLOR_INDEX_BRIGHTNESS" val="0.15"/>
  <p:tag name="KSO_WM_UNIT_TEXT_FILL_FORE_SCHEMECOLOR_INDEX" val="13"/>
  <p:tag name="KSO_WM_UNIT_TEXT_FILL_TYPE" val="1"/>
  <p:tag name="KSO_WM_TEMPLATE_ASSEMBLE_XID" val="5f9a2f7ee01a7e847d6ffe1e"/>
  <p:tag name="KSO_WM_TEMPLATE_ASSEMBLE_GROUPID" val="5f8cf329a61ec3b55284a70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3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425_1*b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。"/>
  <p:tag name="KSO_WM_UNIT_DEFAULT_FONT" val="14;16;2"/>
  <p:tag name="KSO_WM_UNIT_BLOCK" val="0"/>
  <p:tag name="KSO_WM_UNIT_DEC_AREA_ID" val="35f1603cc09b49d387c1aa5f0881c8b1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8e8633be72394db987b9f27a9b1dffd7"/>
  <p:tag name="KSO_WM_UNIT_TEXT_FILL_FORE_SCHEMECOLOR_INDEX_BRIGHTNESS" val="0.35"/>
  <p:tag name="KSO_WM_UNIT_TEXT_FILL_FORE_SCHEMECOLOR_INDEX" val="13"/>
  <p:tag name="KSO_WM_UNIT_TEXT_FILL_TYPE" val="1"/>
  <p:tag name="KSO_WM_TEMPLATE_ASSEMBLE_XID" val="5f9a2f7ee01a7e847d6ffe1e"/>
  <p:tag name="KSO_WM_TEMPLATE_ASSEMBLE_GROUPID" val="5f8cf329a61ec3b55284a70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95a082539c274b98a04970394feacd8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f77e9be4e5f43e3a7886d604630704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acd11615e8544fbd82c9c7c3825adcb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7f14122fecb4e6eb42135e9d3bd273f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95a082539c274b98a04970394feacd8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f77e9be4e5f43e3a7886d604630704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acd11615e8544fbd82c9c7c3825adcb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7f14122fecb4e6eb42135e9d3bd273f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04425_2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9"/>
  <p:tag name="KSO_WM_UNIT_DEC_AREA_ID" val="e7513e107b7649deafad454873cbc93e"/>
  <p:tag name="KSO_WM_UNIT_DECORATE_INFO" val=""/>
  <p:tag name="KSO_WM_UNIT_SM_LIMIT_TYPE" val=""/>
  <p:tag name="KSO_WM_CHIP_FILLAREA_FILL_RULE" val="{&quot;fill_align&quot;:&quot;rm&quot;,&quot;fill_effect&quot;:[],&quot;fill_mode&quot;:&quot;adaptive&quot;,&quot;sacle_strategy&quot;:&quot;stretch&quot;}"/>
  <p:tag name="KSO_WM_ASSEMBLE_CHIP_INDEX" val="190430a0dbbd47ebae0ec779ba98586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0cca222007ab4c07b38809f60861529c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c0a631af23934e989b34b4bacd762cdb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95a082539c274b98a04970394feacd8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f77e9be4e5f43e3a7886d604630704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acd11615e8544fbd82c9c7c3825adcb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7f14122fecb4e6eb42135e9d3bd273f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95a082539c274b98a04970394feacd8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f77e9be4e5f43e3a7886d604630704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acd11615e8544fbd82c9c7c3825adcb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7f14122fecb4e6eb42135e9d3bd273f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95a082539c274b98a04970394feacd8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f77e9be4e5f43e3a7886d604630704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acd11615e8544fbd82c9c7c3825adcb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7f14122fecb4e6eb42135e9d3bd273f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v"/>
  <p:tag name="KSO_WM_UNIT_TYPE" val="i"/>
  <p:tag name="KSO_WM_UNIT_INDEX" val="1"/>
  <p:tag name="KSO_WM_UNIT_ID" val="chip20204425_1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8"/>
  <p:tag name="KSO_WM_UNIT_DEC_AREA_ID" val="2d3c035ba1ed42388937757befe19476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4a649cba7df413eb48b696c3f6acd1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1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THANKS"/>
  <p:tag name="KSO_WM_UNIT_DEFAULT_FONT" val="24;80;4"/>
  <p:tag name="KSO_WM_UNIT_BLOCK" val="0"/>
  <p:tag name="KSO_WM_UNIT_DEC_AREA_ID" val="9de6181aeb3145058c0e94ebbd15c732"/>
  <p:tag name="KSO_WM_CHIP_GROUPID" val="5ebdf5a90ac41c4a0a525507"/>
  <p:tag name="KSO_WM_CHIP_XID" val="5ebdf5a90ac41c4a0a525508"/>
  <p:tag name="KSO_WM_CHIP_FILLAREA_FILL_RULE" val="{&quot;fill_align&quot;:&quot;cm&quot;,&quot;fill_mode&quot;:&quot;adaptive&quot;,&quot;sacle_strategy&quot;:&quot;smart&quot;}"/>
  <p:tag name="KSO_WM_ASSEMBLE_CHIP_INDEX" val="8aa266f3763e4a37ad9f27f86ee3b3d8"/>
  <p:tag name="KSO_WM_UNIT_TEXT_FILL_FORE_SCHEMECOLOR_INDEX_BRIGHTNESS" val="0.15"/>
  <p:tag name="KSO_WM_UNIT_TEXT_FILL_FORE_SCHEMECOLOR_INDEX" val="13"/>
  <p:tag name="KSO_WM_UNIT_TEXT_FILL_TYPE" val="1"/>
  <p:tag name="KSO_WM_TEMPLATE_ASSEMBLE_XID" val="5f9a2f7ee01a7e847d6ffe5b"/>
  <p:tag name="KSO_WM_TEMPLATE_ASSEMBLE_GROUPID" val="5f8cf329a61ec3b55284a70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95a082539c274b98a04970394feacd8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f77e9be4e5f43e3a7886d604630704a"/>
  <p:tag name="KSO_WM_SLIDE_BACKGROUND_TYPE" val="genera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acd11615e8544fbd82c9c7c3825adcb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7f14122fecb4e6eb42135e9d3bd273f"/>
  <p:tag name="KSO_WM_SLIDE_BACKGROUND_TYPE" val="genera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4425_5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c"/>
  <p:tag name="KSO_WM_UNIT_DEC_AREA_ID" val="9957f1b060004a41b550ad0223f0a52c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56cbf76f68b4b39b06acc8737f21692"/>
  <p:tag name="KSO_WM_SLIDE_BACKGROUND_TYPE" val="frame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9e275205993c4cbe82c4b177343e8e2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e87cd9b6f244f0d85de1b38da1dbf99"/>
  <p:tag name="KSO_WM_SLIDE_BACKGROUND_TYPE" val="fram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c3a906b5593445e19034174ab1283c0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7e7943e429b44f082188956c62a2a2b"/>
  <p:tag name="KSO_WM_SLIDE_BACKGROUND_TYPE" val="fram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4425_5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c"/>
  <p:tag name="KSO_WM_UNIT_DEC_AREA_ID" val="f3bbbc157f734b388ee779d29344ae0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0db1574e9e7439fb22f4d61e94ce993"/>
  <p:tag name="KSO_WM_SLIDE_BACKGROUND_TYPE" val="leftRigh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062ad2de462b4f969fea23da5b1f5bb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d83334969424f119726ca0700e952c2"/>
  <p:tag name="KSO_WM_SLIDE_BACKGROUND_TYPE" val="leftRigh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aebf084fc2994d119b1ebc9ab40ad40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8ead2576fed44a59a34f7706332d066"/>
  <p:tag name="KSO_WM_SLIDE_BACKGROUND_TYPE" val="leftRigh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4425_5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c"/>
  <p:tag name="KSO_WM_UNIT_DEC_AREA_ID" val="33160fb375284f2e8f693b93407cc07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4b8cd92b5d24607a646e4d599466f07"/>
  <p:tag name="KSO_WM_SLIDE_BACKGROUND_TYPE" val="topBottom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d0ccd4d5e0744a3f999560bd80df37f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fd665f8b6cd4aa9a819d38588a9a5af"/>
  <p:tag name="KSO_WM_SLIDE_BACKGROUND_TYPE" val="topBotto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371360041bc84877a272366c01947d8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575893f606f4c6e9736697240be6c64"/>
  <p:tag name="KSO_WM_SLIDE_BACKGROUND_TYPE" val="topBotto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4425_5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c"/>
  <p:tag name="KSO_WM_UNIT_DEC_AREA_ID" val="66dfff705a3c41429f1a544a58ab323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37db47602704f1bb4b24901dcfce6f4"/>
  <p:tag name="KSO_WM_SLIDE_BACKGROUND_TYPE" val="bottomTop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9193371c13324626a95fbd4fea81efc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8644491e6b44f7f91cce953a50898ed"/>
  <p:tag name="KSO_WM_SLIDE_BACKGROUND_TYPE" val="bottomTop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69663d8a84334edc91c39f62791a166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c345d2a7fd94556ab4e3e22046fd731"/>
  <p:tag name="KSO_WM_SLIDE_BACKGROUND_TYPE" val="bottomTop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4425_5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c"/>
  <p:tag name="KSO_WM_UNIT_DEC_AREA_ID" val="2fabdf9d6ac841dc828d8f86cbad4c8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19462fc538b4f68be4215e76d91f6de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aff0321446014e1c8fcf805636333a3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d2f93f69f964b20bbd52732bccc53d4"/>
  <p:tag name="KSO_WM_SLIDE_BACKGROUND_TYPE" val="navigation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69edfe7d483f4deea402027c94ab21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82714984b2b4846ad26cce1d430618e"/>
  <p:tag name="KSO_WM_SLIDE_BACKGROUND_TYPE" val="navigation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4425_5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c"/>
  <p:tag name="KSO_WM_UNIT_DEC_AREA_ID" val="c27eaafcebd74a0ea82e3eb29c075dd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e38328021d34925a2fa1b3ab644afab"/>
  <p:tag name="KSO_WM_SLIDE_BACKGROUND_TYPE" val="bel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3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a"/>
  <p:tag name="KSO_WM_UNIT_DEC_AREA_ID" val="0dbe450dbef24e7685178b699a914eb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e72dd12aa5a4d98b74222d92cffeae3"/>
  <p:tag name="KSO_WM_SLIDE_BACKGROUND_TYPE" val="bel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4425_4*i*1"/>
  <p:tag name="KSO_WM_TEMPLATE_CATEGORY" val="chip"/>
  <p:tag name="KSO_WM_TEMPLATE_INDEX" val="20204425"/>
  <p:tag name="KSO_WM_UNIT_LAYERLEVEL" val="1"/>
  <p:tag name="KSO_WM_TAG_VERSION" val="1.0"/>
  <p:tag name="KSO_WM_BEAUTIFY_FLAG" val="#wm#"/>
  <p:tag name="KSO_WM_CHIP_GROUPID" val="5f8cf329a61ec3b55284a707"/>
  <p:tag name="KSO_WM_CHIP_XID" val="5f8cf329a61ec3b55284a70b"/>
  <p:tag name="KSO_WM_UNIT_DEC_AREA_ID" val="5f0966f5a5ea4e0c847effdb8604f14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40381a4106b04ce5b4fe8216c859dc21"/>
  <p:tag name="KSO_WM_SLIDE_BACKGROUND_TYPE" val="bel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CHIP_INFOS" val="{&quot;layout_type&quot;:&quot;formiddle3&quot;,&quot;slide_type&quot;:[&quot;title&quot;],&quot;aspect_ratio&quot;:&quot;16:9&quot;}"/>
  <p:tag name="KSO_WM_CHIP_XID" val="5ebe041a0ac41c4a0a52557e"/>
  <p:tag name="KSO_WM_CHIP_FILLPROP" val="[[{&quot;fill_id&quot;:&quot;0fc8cb0b5be24332a6c5a6db9e174d8a&quot;,&quot;fill_align&quot;:&quot;cm&quot;,&quot;text_align&quot;:&quot;cm&quot;,&quot;text_direction&quot;:&quot;horizontal&quot;,&quot;chip_types&quot;:[&quot;text&quot;,&quot;header&quot;]}]]"/>
  <p:tag name="KSO_WM_SLIDE_ID" val="custom2020442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SLIDE_SIZE" val="700*380"/>
  <p:tag name="KSO_WM_SLIDE_POSITION" val="130*79"/>
  <p:tag name="KSO_WM_TAG_VERSION" val="1.0"/>
  <p:tag name="KSO_WM_BEAUTIFY_FLAG" val="#wm#"/>
  <p:tag name="KSO_WM_TEMPLATE_CATEGORY" val="custom"/>
  <p:tag name="KSO_WM_TEMPLATE_INDEX" val="20204425"/>
  <p:tag name="KSO_WM_SLIDE_LAYOUT" val="a_b"/>
  <p:tag name="KSO_WM_SLIDE_LAYOUT_CNT" val="1_1"/>
  <p:tag name="KSO_WM_CHIP_GROUPID" val="5ebf6661ddc3daf3fef3f760"/>
  <p:tag name="KSO_WM_SLIDE_LAYOUT_INFO" val="{&quot;id&quot;:&quot;2020-10-29T10:57:20&quot;,&quot;maxSize&quot;:{&quot;size1&quot;:46.850642451533567},&quot;minSize&quot;:{&quot;size1&quot;:28.950642451533568},&quot;normalSize&quot;:{&quot;size1&quot;:46.850642451533567},&quot;subLayout&quot;:[{&quot;id&quot;:&quot;2020-10-29T10:57:20&quot;,&quot;margin&quot;:{&quot;bottom&quot;:0.16114902496337891,&quot;left&quot;:4.5896391868591309,&quot;right&quot;:4.5824065208435059,&quot;top&quot;:5.7088427543640137},&quot;type&quot;:0},{&quot;id&quot;:&quot;2020-10-29T10:57:20&quot;,&quot;margin&quot;:{&quot;bottom&quot;:5.7088479995727539,&quot;left&quot;:4.5896391868591309,&quot;right&quot;:4.5824065208435059,&quot;top&quot;:0.19162870943546295},&quot;type&quot;:0}],&quot;type&quot;:0}"/>
  <p:tag name="KSO_WM_SLIDE_BK_DARK_LIGHT" val="2"/>
  <p:tag name="KSO_WM_SLIDE_BACKGROUND_TYPE" val="general"/>
  <p:tag name="KSO_WM_SLIDE_SUPPORT_FEATURE_TYPE" val="0"/>
  <p:tag name="KSO_WM_TEMPLATE_MASTER_THUMB_INDEX" val="13"/>
  <p:tag name="KSO_WM_TEMPLATE_ASSEMBLE_XID" val="5f9a2f7ee01a7e847d6ffe38"/>
  <p:tag name="KSO_WM_TEMPLATE_ASSEMBLE_GROUPID" val="5f8cf329a61ec3b55284a707"/>
  <p:tag name="KSO_WM_TEMPLATE_THUMBS_INDEX" val="1、7、9、10、11、4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425_1*b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单击此处添加副标题内容"/>
  <p:tag name="KSO_WM_UNIT_DEFAULT_FONT" val="18;24;2"/>
  <p:tag name="KSO_WM_UNIT_BLOCK" val="0"/>
  <p:tag name="KSO_WM_UNIT_DEC_AREA_ID" val="8e3abd50a6fa45978f08c1750a7f33ff"/>
  <p:tag name="KSO_WM_CHIP_GROUPID" val="5ebe59c40ac41c4a0a5256aa"/>
  <p:tag name="KSO_WM_CHIP_XID" val="5ebe59c40ac41c4a0a5256ab"/>
  <p:tag name="KSO_WM_CHIP_FILLAREA_FILL_RULE" val="{&quot;fill_align&quot;:&quot;cm&quot;,&quot;fill_mode&quot;:&quot;adaptive&quot;,&quot;sacle_strategy&quot;:&quot;smart&quot;}"/>
  <p:tag name="KSO_WM_ASSEMBLE_CHIP_INDEX" val="0aea22f3bd5641b19434fdad52a24ac0"/>
  <p:tag name="KSO_WM_UNIT_TEXT_FILL_FORE_SCHEMECOLOR_INDEX_BRIGHTNESS" val="0.35"/>
  <p:tag name="KSO_WM_UNIT_TEXT_FILL_FORE_SCHEMECOLOR_INDEX" val="13"/>
  <p:tag name="KSO_WM_UNIT_TEXT_FILL_TYPE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1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创业融资商业计划书"/>
  <p:tag name="KSO_WM_UNIT_DEFAULT_FONT" val="56;72;4"/>
  <p:tag name="KSO_WM_UNIT_BLOCK" val="0"/>
  <p:tag name="KSO_WM_UNIT_DEC_AREA_ID" val="420ca093b75c49b9b005c7f4345b8b1f"/>
  <p:tag name="KSO_WM_CHIP_GROUPID" val="5ebe59c40ac41c4a0a5256aa"/>
  <p:tag name="KSO_WM_CHIP_XID" val="5ebe59c40ac41c4a0a5256ab"/>
  <p:tag name="KSO_WM_CHIP_FILLAREA_FILL_RULE" val="{&quot;fill_align&quot;:&quot;cm&quot;,&quot;fill_mode&quot;:&quot;adaptive&quot;,&quot;sacle_strategy&quot;:&quot;smart&quot;}"/>
  <p:tag name="KSO_WM_ASSEMBLE_CHIP_INDEX" val="0aea22f3bd5641b19434fdad52a24ac0"/>
  <p:tag name="KSO_WM_UNIT_TEXT_FILL_FORE_SCHEMECOLOR_INDEX_BRIGHTNESS" val="0.15"/>
  <p:tag name="KSO_WM_UNIT_TEXT_FILL_FORE_SCHEMECOLOR_INDEX" val="13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5"/>
  <p:tag name="KSO_WM_CHIP_INFOS" val="{&quot;layout_type&quot;:&quot;forright2&quot;,&quot;slide_type&quot;:[&quot;sectionTitle&quot;],&quot;aspect_ratio&quot;:&quot;16:9&quot;}"/>
  <p:tag name="KSO_WM_CHIP_XID" val="5ebe041a0ac41c4a0a525598"/>
  <p:tag name="KSO_WM_CHIP_FILLPROP" val="[[{&quot;fill_id&quot;:&quot;c8df1a3465854d8b966b02b3af772576&quot;,&quot;fill_align&quot;:&quot;cm&quot;,&quot;text_align&quot;:&quot;lm&quot;,&quot;text_direction&quot;:&quot;horizontal&quot;,&quot;chip_types&quot;:[&quot;text&quot;,&quot;header&quot;]}]]"/>
  <p:tag name="KSO_WM_SLIDE_ID" val="custom20204425_7"/>
  <p:tag name="KSO_WM_TEMPLATE_SUBCATEGORY" val="21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SLIDE_SIZE" val="540*400"/>
  <p:tag name="KSO_WM_SLIDE_POSITION" val="380*69"/>
  <p:tag name="KSO_WM_TAG_VERSION" val="1.0"/>
  <p:tag name="KSO_WM_SLIDE_LAYOUT" val="a_b_e"/>
  <p:tag name="KSO_WM_SLIDE_LAYOUT_CNT" val="1_1_1"/>
  <p:tag name="KSO_WM_CHIP_GROUPID" val="5ebf6661ddc3daf3fef3f760"/>
  <p:tag name="KSO_WM_SLIDE_LAYOUT_INFO" val="{&quot;id&quot;:&quot;2020-10-29T10:57:11&quot;,&quot;maxSize&quot;:{&quot;size1&quot;:67.73422761140047},&quot;minSize&quot;:{&quot;size1&quot;:56.634227611400462},&quot;normalSize&quot;:{&quot;size1&quot;:64.134227611400462},&quot;subLayout&quot;:[{&quot;id&quot;:&quot;2020-10-29T10:57:11&quot;,&quot;margin&quot;:{&quot;bottom&quot;:0.12931518256664276,&quot;left&quot;:12.558988571166992,&quot;right&quot;:2.2576775550842285,&quot;top&quot;:2.9930310249328613},&quot;type&quot;:0},{&quot;id&quot;:&quot;2020-10-29T10:57:11&quot;,&quot;margin&quot;:{&quot;bottom&quot;:2.9930362701416016,&quot;left&quot;:12.558988571166992,&quot;right&quot;:2.2576775550842285,&quot;top&quot;:0.17583785951137543},&quot;type&quot;:0}],&quot;type&quot;:0}"/>
  <p:tag name="KSO_WM_SLIDE_BK_DARK_LIGHT" val="2"/>
  <p:tag name="KSO_WM_SLIDE_BACKGROUND_TYPE" val="general"/>
  <p:tag name="KSO_WM_SLIDE_SUPPORT_FEATURE_TYPE" val="0"/>
  <p:tag name="KSO_WM_TEMPLATE_ASSEMBLE_XID" val="5f9a2f7ee01a7e847d6ffe1e"/>
  <p:tag name="KSO_WM_TEMPLATE_ASSEMBLE_GROUPID" val="5f8cf329a61ec3b55284a70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7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28;2"/>
  <p:tag name="KSO_WM_UNIT_BLOCK" val="0"/>
  <p:tag name="KSO_WM_UNIT_DEC_AREA_ID" val="27d13cc7088140c786cdc714beb3344a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8e8633be72394db987b9f27a9b1dffd7"/>
  <p:tag name="KSO_WM_UNIT_TEXT_FILL_FORE_SCHEMECOLOR_INDEX_BRIGHTNESS" val="0.15"/>
  <p:tag name="KSO_WM_UNIT_TEXT_FILL_FORE_SCHEMECOLOR_INDEX" val="13"/>
  <p:tag name="KSO_WM_UNIT_TEXT_FILL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3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425_7*b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。"/>
  <p:tag name="KSO_WM_UNIT_DEFAULT_FONT" val="14;16;2"/>
  <p:tag name="KSO_WM_UNIT_BLOCK" val="0"/>
  <p:tag name="KSO_WM_UNIT_DEC_AREA_ID" val="35f1603cc09b49d387c1aa5f0881c8b1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8e8633be72394db987b9f27a9b1dffd7"/>
  <p:tag name="KSO_WM_UNIT_TEXT_FILL_FORE_SCHEMECOLOR_INDEX_BRIGHTNESS" val="0.35"/>
  <p:tag name="KSO_WM_UNIT_TEXT_FILL_FORE_SCHEMECOLOR_INDEX" val="13"/>
  <p:tag name="KSO_WM_UNIT_TEXT_FILL_TYPE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425_7*e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壹"/>
  <p:tag name="KSO_WM_UNIT_DEFAULT_FONT" val="72;96;4"/>
  <p:tag name="KSO_WM_UNIT_BLOCK" val="0"/>
  <p:tag name="KSO_WM_UNIT_DEC_AREA_ID" val="6a744e4961794b7cb243bda951488cd2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8e8633be72394db987b9f27a9b1dffd7"/>
  <p:tag name="KSO_WM_UNIT_TEXT_FILL_FORE_SCHEMECOLOR_INDEX_BRIGHTNESS" val="0.15"/>
  <p:tag name="KSO_WM_UNIT_TEXT_FILL_FORE_SCHEMECOLOR_INDEX" val="13"/>
  <p:tag name="KSO_WM_UNIT_TEXT_FILL_TYPE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71370078740154,&quot;left&quot;:344.0043307086614,&quot;top&quot;:55.1,&quot;width&quot;:587.7457480314964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4376_1*l_i*1_1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.5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5"/>
  <p:tag name="KSO_WM_DIAGRAM_USE_COLOR_VALUE" val="{&quot;color_scheme&quot;:1,&quot;color_type&quot;:1,&quot;theme_color_indexes&quot;:[5,5,5,5,5,5]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4376_1*l_i*1_2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.44999998807907104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5"/>
  <p:tag name="KSO_WM_UNIT_LINE_FORE_SCHEMECOLOR_INDEX" val="16"/>
  <p:tag name="KSO_WM_DIAGRAM_USE_COLOR_VALUE" val="{&quot;color_scheme&quot;:1,&quot;color_type&quot;:1,&quot;theme_color_indexes&quot;:[5,5,5,5,5,5]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34376_1*l_i*1_3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.6000000238418579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6"/>
  <p:tag name="KSO_WM_UNIT_FILL_FORE_SCHEMECOLOR_INDEX_BRIGHTNESS" val="0"/>
  <p:tag name="KSO_WM_UNIT_LINE_FORE_SCHEMECOLOR_INDEX" val="13"/>
  <p:tag name="KSO_WM_DIAGRAM_USE_COLOR_VALUE" val="{&quot;color_scheme&quot;:1,&quot;color_type&quot;:1,&quot;theme_color_indexes&quot;:[5,5,5,5,5,5]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diagram20234376_1*l_i*1_4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16"/>
  <p:tag name="KSO_WM_DIAGRAM_USE_COLOR_VALUE" val="{&quot;color_scheme&quot;:1,&quot;color_type&quot;:1,&quot;theme_color_indexes&quot;:[5,5,5,5,5,5]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diagram20234376_1*l_i*1_5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.44999998807907104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5"/>
  <p:tag name="KSO_WM_UNIT_LINE_FORE_SCHEMECOLOR_INDEX" val="16"/>
  <p:tag name="KSO_WM_DIAGRAM_USE_COLOR_VALUE" val="{&quot;color_scheme&quot;:1,&quot;color_type&quot;:1,&quot;theme_color_indexes&quot;:[5,5,5,5,5,5]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6"/>
  <p:tag name="KSO_WM_UNIT_ID" val="diagram20234376_1*l_i*1_6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.44999998807907104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5"/>
  <p:tag name="KSO_WM_UNIT_LINE_FORE_SCHEMECOLOR_INDEX" val="16"/>
  <p:tag name="KSO_WM_DIAGRAM_USE_COLOR_VALUE" val="{&quot;color_scheme&quot;:1,&quot;color_type&quot;:1,&quot;theme_color_indexes&quot;:[5,5,5,5,5,5]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7"/>
  <p:tag name="KSO_WM_UNIT_ID" val="diagram20234376_1*l_i*1_7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16"/>
  <p:tag name="KSO_WM_DIAGRAM_USE_COLOR_VALUE" val="{&quot;color_scheme&quot;:1,&quot;color_type&quot;:1,&quot;theme_color_indexes&quot;:[5,5,5,5,5,5]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8"/>
  <p:tag name="KSO_WM_UNIT_ID" val="diagram20234376_1*l_i*1_8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.6000000238418579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6"/>
  <p:tag name="KSO_WM_UNIT_FILL_FORE_SCHEMECOLOR_INDEX_BRIGHTNESS" val="0"/>
  <p:tag name="KSO_WM_UNIT_LINE_FORE_SCHEMECOLOR_INDEX" val="13"/>
  <p:tag name="KSO_WM_DIAGRAM_USE_COLOR_VALUE" val="{&quot;color_scheme&quot;:1,&quot;color_type&quot;:1,&quot;theme_color_indexes&quot;:[5,5,5,5,5,5]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9"/>
  <p:tag name="KSO_WM_UNIT_ID" val="diagram20234376_1*l_i*1_9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.44999998807907104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5"/>
  <p:tag name="KSO_WM_UNIT_LINE_FORE_SCHEMECOLOR_INDEX" val="16"/>
  <p:tag name="KSO_WM_DIAGRAM_USE_COLOR_VALUE" val="{&quot;color_scheme&quot;:1,&quot;color_type&quot;:1,&quot;theme_color_indexes&quot;:[5,5,5,5,5,5]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0"/>
  <p:tag name="KSO_WM_UNIT_ID" val="diagram20234376_1*l_i*1_10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.44999998807907104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5"/>
  <p:tag name="KSO_WM_UNIT_LINE_FORE_SCHEMECOLOR_INDEX" val="16"/>
  <p:tag name="KSO_WM_DIAGRAM_USE_COLOR_VALUE" val="{&quot;color_scheme&quot;:1,&quot;color_type&quot;:1,&quot;theme_color_indexes&quot;:[5,5,5,5,5,5]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1"/>
  <p:tag name="KSO_WM_UNIT_ID" val="diagram20234376_1*l_i*1_11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.44999998807907104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5"/>
  <p:tag name="KSO_WM_UNIT_LINE_FORE_SCHEMECOLOR_INDEX" val="16"/>
  <p:tag name="KSO_WM_DIAGRAM_USE_COLOR_VALUE" val="{&quot;color_scheme&quot;:1,&quot;color_type&quot;:1,&quot;theme_color_indexes&quot;:[5,5,5,5,5,5]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2"/>
  <p:tag name="KSO_WM_UNIT_ID" val="diagram20234376_1*l_i*1_12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.44999998807907104,&quot;colorType&quot;:1,&quot;foreColorIndex&quot;:5,&quot;transparency&quot;:0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5"/>
  <p:tag name="KSO_WM_UNIT_LINE_FORE_SCHEMECOLOR_INDEX" val="16"/>
  <p:tag name="KSO_WM_DIAGRAM_USE_COLOR_VALUE" val="{&quot;color_scheme&quot;:1,&quot;color_type&quot;:1,&quot;theme_color_indexes&quot;:[5,5,5,5,5,5]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3"/>
  <p:tag name="KSO_WM_UNIT_ID" val="diagram20234376_1*l_i*1_13"/>
  <p:tag name="KSO_WM_TEMPLATE_CATEGORY" val="diagram"/>
  <p:tag name="KSO_WM_TEMPLATE_INDEX" val="20234376"/>
  <p:tag name="KSO_WM_UNIT_LAYERLEVEL" val="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.6000000238418579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6"/>
  <p:tag name="KSO_WM_UNIT_FILL_FORE_SCHEMECOLOR_INDEX_BRIGHTNESS" val="0"/>
  <p:tag name="KSO_WM_UNIT_LINE_FORE_SCHEMECOLOR_INDEX" val="13"/>
  <p:tag name="KSO_WM_DIAGRAM_USE_COLOR_VALUE" val="{&quot;color_scheme&quot;:1,&quot;color_type&quot;:1,&quot;theme_color_indexes&quot;:[5,5,5,5,5,5]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376_1*l_h_a*1_1_1"/>
  <p:tag name="KSO_WM_TEMPLATE_CATEGORY" val="diagram"/>
  <p:tag name="KSO_WM_TEMPLATE_INDEX" val="2023437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376_1*l_h_f*1_1_1"/>
  <p:tag name="KSO_WM_TEMPLATE_CATEGORY" val="diagram"/>
  <p:tag name="KSO_WM_TEMPLATE_INDEX" val="2023437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正文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376_1*l_h_a*1_2_1"/>
  <p:tag name="KSO_WM_TEMPLATE_CATEGORY" val="diagram"/>
  <p:tag name="KSO_WM_TEMPLATE_INDEX" val="2023437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376_1*l_h_f*1_2_1"/>
  <p:tag name="KSO_WM_TEMPLATE_CATEGORY" val="diagram"/>
  <p:tag name="KSO_WM_TEMPLATE_INDEX" val="2023437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正文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4376_1*l_h_i*1_2_1"/>
  <p:tag name="KSO_WM_TEMPLATE_CATEGORY" val="diagram"/>
  <p:tag name="KSO_WM_TEMPLATE_INDEX" val="20234376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40.71370078740154,&quot;left&quot;:344.0043307086614,&quot;top&quot;:55.1,&quot;width&quot;:587.7457480314964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4376_1*l_h_i*1_2_1"/>
  <p:tag name="KSO_WM_TEMPLATE_CATEGORY" val="diagram"/>
  <p:tag name="KSO_WM_TEMPLATE_INDEX" val="20234376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48.4041302042302,&quot;left&quot;:366.45,&quot;top&quot;:100.8599642839588,&quot;width&quot;:538.8500787401578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4376_1*l_h_i*1_2_1"/>
  <p:tag name="KSO_WM_TEMPLATE_CATEGORY" val="diagram"/>
  <p:tag name="KSO_WM_TEMPLATE_INDEX" val="20234376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48.4041302042302,&quot;left&quot;:366.45,&quot;top&quot;:100.8599642839588,&quot;width&quot;:538.8500787401578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376_1*l_h_a*1_2_1"/>
  <p:tag name="KSO_WM_TEMPLATE_CATEGORY" val="diagram"/>
  <p:tag name="KSO_WM_TEMPLATE_INDEX" val="2023437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348.4041302042302,&quot;left&quot;:366.45,&quot;top&quot;:100.8599642839588,&quot;width&quot;:538.85007874015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376_1*l_h_f*1_2_1"/>
  <p:tag name="KSO_WM_TEMPLATE_CATEGORY" val="diagram"/>
  <p:tag name="KSO_WM_TEMPLATE_INDEX" val="2023437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348.4041302042302,&quot;left&quot;:366.45,&quot;top&quot;:100.8599642839588,&quot;width&quot;:538.85007874015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正文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4376_1*l_h_i*1_2_1"/>
  <p:tag name="KSO_WM_TEMPLATE_CATEGORY" val="diagram"/>
  <p:tag name="KSO_WM_TEMPLATE_INDEX" val="20234376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48.4041302042302,&quot;left&quot;:366.45,&quot;top&quot;:100.8599642839588,&quot;width&quot;:538.8500787401578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4376_1*l_h_i*1_2_1"/>
  <p:tag name="KSO_WM_TEMPLATE_CATEGORY" val="diagram"/>
  <p:tag name="KSO_WM_TEMPLATE_INDEX" val="20234376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13.4195280076412,&quot;left&quot;:361.2499999999999,&quot;top&quot;:127.10996428395879,&quot;width&quot;:561.0000787401578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376_1*l_h_a*1_2_1"/>
  <p:tag name="KSO_WM_TEMPLATE_CATEGORY" val="diagram"/>
  <p:tag name="KSO_WM_TEMPLATE_INDEX" val="2023437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13.4195280076412,&quot;left&quot;:361.2499999999999,&quot;top&quot;:127.10996428395879,&quot;width&quot;:561.00007874015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376_1*l_h_f*1_2_1"/>
  <p:tag name="KSO_WM_TEMPLATE_CATEGORY" val="diagram"/>
  <p:tag name="KSO_WM_TEMPLATE_INDEX" val="2023437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13.4195280076412,&quot;left&quot;:361.2499999999999,&quot;top&quot;:127.10996428395879,&quot;width&quot;:561.00007874015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正文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4376_1*l_h_i*1_1_1"/>
  <p:tag name="KSO_WM_TEMPLATE_CATEGORY" val="diagram"/>
  <p:tag name="KSO_WM_TEMPLATE_INDEX" val="20234376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5.4825826233908,&quot;left&quot;:361.2499999999999,&quot;top&quot;:65.04690966820931,&quot;width&quot;:561.0000787401578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4376_1*l_h_i*1_1_1"/>
  <p:tag name="KSO_WM_TEMPLATE_CATEGORY" val="diagram"/>
  <p:tag name="KSO_WM_TEMPLATE_INDEX" val="20234376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5.4825826233908,&quot;left&quot;:301.74999999999983,&quot;top&quot;:65.04690966820931,&quot;width&quot;:620.5000787401581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4376_1*l_h_i*1_1_1"/>
  <p:tag name="KSO_WM_TEMPLATE_CATEGORY" val="diagram"/>
  <p:tag name="KSO_WM_TEMPLATE_INDEX" val="20234376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5.4825826233908,&quot;left&quot;:301.74999999999983,&quot;top&quot;:65.04690966820931,&quot;width&quot;:620.5000787401581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4376_1*l_h_i*1_1_1"/>
  <p:tag name="KSO_WM_TEMPLATE_CATEGORY" val="diagram"/>
  <p:tag name="KSO_WM_TEMPLATE_INDEX" val="20234376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5.4825826233908,&quot;left&quot;:361.2499999999999,&quot;top&quot;:65.04690966820931,&quot;width&quot;:561.0000787401578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4376_1*l_h_i*1_1_1"/>
  <p:tag name="KSO_WM_TEMPLATE_CATEGORY" val="diagram"/>
  <p:tag name="KSO_WM_TEMPLATE_INDEX" val="20234376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5.4825826233908,&quot;left&quot;:301.74999999999983,&quot;top&quot;:65.04690966820931,&quot;width&quot;:620.5000787401581}"/>
  <p:tag name="KSO_WM_DIAGRAM_COLOR_MATCH_VALUE" val="{&quot;shape&quot;:{&quot;fill&quot;:{&quot;type&quot;:0},&quot;glow&quot;:{&quot;colorType&quot;:0},&quot;line&quot;:{&quot;solidLine&quot;:{&quot;brightness&quot;:0.699999988079071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5,5,5,5,5]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376_1*l_h_a*1_1_1"/>
  <p:tag name="KSO_WM_TEMPLATE_CATEGORY" val="diagram"/>
  <p:tag name="KSO_WM_TEMPLATE_INDEX" val="2023437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75.4825826233908,&quot;left&quot;:301.74999999999983,&quot;top&quot;:65.04690966820931,&quot;width&quot;:620.5000787401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376_1*l_h_f*1_1_1"/>
  <p:tag name="KSO_WM_TEMPLATE_CATEGORY" val="diagram"/>
  <p:tag name="KSO_WM_TEMPLATE_INDEX" val="2023437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75.4825826233908,&quot;left&quot;:301.74999999999983,&quot;top&quot;:65.04690966820931,&quot;width&quot;:620.5000787401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正文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376_1*l_h_a*1_1_1"/>
  <p:tag name="KSO_WM_TEMPLATE_CATEGORY" val="diagram"/>
  <p:tag name="KSO_WM_TEMPLATE_INDEX" val="2023437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75.4825826233908,&quot;left&quot;:301.74999999999983,&quot;top&quot;:65.04690966820931,&quot;width&quot;:620.5000787401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376_1*l_h_f*1_1_1"/>
  <p:tag name="KSO_WM_TEMPLATE_CATEGORY" val="diagram"/>
  <p:tag name="KSO_WM_TEMPLATE_INDEX" val="2023437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475.4825826233908,&quot;left&quot;:301.74999999999983,&quot;top&quot;:65.04690966820931,&quot;width&quot;:620.5000787401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正文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5"/>
  <p:tag name="KSO_WM_CHIP_INFOS" val="{&quot;layout_type&quot;:&quot;forright2&quot;,&quot;slide_type&quot;:[&quot;sectionTitle&quot;],&quot;aspect_ratio&quot;:&quot;16:9&quot;}"/>
  <p:tag name="KSO_WM_CHIP_XID" val="5ebe041a0ac41c4a0a525598"/>
  <p:tag name="KSO_WM_CHIP_FILLPROP" val="[[{&quot;fill_id&quot;:&quot;c8df1a3465854d8b966b02b3af772576&quot;,&quot;fill_align&quot;:&quot;cm&quot;,&quot;text_align&quot;:&quot;lm&quot;,&quot;text_direction&quot;:&quot;horizontal&quot;,&quot;chip_types&quot;:[&quot;text&quot;,&quot;header&quot;]}]]"/>
  <p:tag name="KSO_WM_SLIDE_ID" val="custom20204425_7"/>
  <p:tag name="KSO_WM_TEMPLATE_SUBCATEGORY" val="21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SLIDE_SIZE" val="540*400"/>
  <p:tag name="KSO_WM_SLIDE_POSITION" val="380*69"/>
  <p:tag name="KSO_WM_TAG_VERSION" val="1.0"/>
  <p:tag name="KSO_WM_SLIDE_LAYOUT" val="a_b_e"/>
  <p:tag name="KSO_WM_SLIDE_LAYOUT_CNT" val="1_1_1"/>
  <p:tag name="KSO_WM_CHIP_GROUPID" val="5ebf6661ddc3daf3fef3f760"/>
  <p:tag name="KSO_WM_SLIDE_LAYOUT_INFO" val="{&quot;id&quot;:&quot;2020-10-29T10:57:11&quot;,&quot;maxSize&quot;:{&quot;size1&quot;:67.73422761140047},&quot;minSize&quot;:{&quot;size1&quot;:56.634227611400462},&quot;normalSize&quot;:{&quot;size1&quot;:64.134227611400462},&quot;subLayout&quot;:[{&quot;id&quot;:&quot;2020-10-29T10:57:11&quot;,&quot;margin&quot;:{&quot;bottom&quot;:0.12931518256664276,&quot;left&quot;:12.558988571166992,&quot;right&quot;:2.2576775550842285,&quot;top&quot;:2.9930310249328613},&quot;type&quot;:0},{&quot;id&quot;:&quot;2020-10-29T10:57:11&quot;,&quot;margin&quot;:{&quot;bottom&quot;:2.9930362701416016,&quot;left&quot;:12.558988571166992,&quot;right&quot;:2.2576775550842285,&quot;top&quot;:0.17583785951137543},&quot;type&quot;:0}],&quot;type&quot;:0}"/>
  <p:tag name="KSO_WM_SLIDE_BK_DARK_LIGHT" val="2"/>
  <p:tag name="KSO_WM_SLIDE_BACKGROUND_TYPE" val="general"/>
  <p:tag name="KSO_WM_SLIDE_SUPPORT_FEATURE_TYPE" val="0"/>
  <p:tag name="KSO_WM_TEMPLATE_ASSEMBLE_XID" val="5f9a2f7ee01a7e847d6ffe1e"/>
  <p:tag name="KSO_WM_TEMPLATE_ASSEMBLE_GROUPID" val="5f8cf329a61ec3b55284a707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425_7*e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壹"/>
  <p:tag name="KSO_WM_UNIT_DEFAULT_FONT" val="72;96;4"/>
  <p:tag name="KSO_WM_UNIT_BLOCK" val="0"/>
  <p:tag name="KSO_WM_UNIT_DEC_AREA_ID" val="6a744e4961794b7cb243bda951488cd2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8e8633be72394db987b9f27a9b1dffd7"/>
  <p:tag name="KSO_WM_UNIT_TEXT_FILL_FORE_SCHEMECOLOR_INDEX_BRIGHTNESS" val="0.15"/>
  <p:tag name="KSO_WM_UNIT_TEXT_FILL_FORE_SCHEMECOLOR_INDEX" val="13"/>
  <p:tag name="KSO_WM_UNIT_TEXT_FILL_TYP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字字珠玑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NOCLEAR" val="0"/>
  <p:tag name="KSO_WM_UNIT_VALUE" val="33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4425_8*f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16;24;2"/>
  <p:tag name="KSO_WM_UNIT_BLOCK" val="0"/>
  <p:tag name="KSO_WM_UNIT_TEXT_FILL_FORE_SCHEMECOLOR_INDEX_BRIGHTNESS" val="0.25"/>
  <p:tag name="KSO_WM_UNIT_TEXT_FILL_FORE_SCHEMECOLOR_INDEX" val="13"/>
  <p:tag name="KSO_WM_UNIT_TEXT_FILL_TYP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5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1_1"/>
  <p:tag name="KSO_WM_UNIT_ID" val="custom20204425_20*l_h_i*1_1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.35"/>
  <p:tag name="KSO_WM_UNIT_FILL_FORE_SCHEMECOLOR_INDEX" val="13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1_2"/>
  <p:tag name="KSO_WM_UNIT_ID" val="custom20204425_20*l_h_i*1_1_2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f"/>
  <p:tag name="KSO_WM_UNIT_INDEX" val="1_1_1"/>
  <p:tag name="KSO_WM_UNIT_ID" val="custom20204425_20*l_h_f*1_1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3_1"/>
  <p:tag name="KSO_WM_UNIT_ID" val="custom20204425_20*l_h_i*1_3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.35"/>
  <p:tag name="KSO_WM_UNIT_FILL_FORE_SCHEMECOLOR_INDEX" val="13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3_2"/>
  <p:tag name="KSO_WM_UNIT_ID" val="custom20204425_20*l_h_i*1_3_2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f"/>
  <p:tag name="KSO_WM_UNIT_INDEX" val="1_3_1"/>
  <p:tag name="KSO_WM_UNIT_ID" val="custom20204425_20*l_h_f*1_3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8"/>
  <p:tag name="KSO_WM_UNIT_USESOURCEFORMAT_APPLY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4_1"/>
  <p:tag name="KSO_WM_UNIT_ID" val="custom20204425_20*l_h_i*1_4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.35"/>
  <p:tag name="KSO_WM_UNIT_FILL_FORE_SCHEMECOLOR_INDEX" val="13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4_2"/>
  <p:tag name="KSO_WM_UNIT_ID" val="custom20204425_20*l_h_i*1_4_2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f"/>
  <p:tag name="KSO_WM_UNIT_INDEX" val="1_4_1"/>
  <p:tag name="KSO_WM_UNIT_ID" val="custom20204425_20*l_h_f*1_4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8"/>
  <p:tag name="KSO_WM_UNIT_USESOURCEFORMAT_APPLY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5_1"/>
  <p:tag name="KSO_WM_UNIT_ID" val="custom20204425_20*l_h_i*1_5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.35"/>
  <p:tag name="KSO_WM_UNIT_FILL_FORE_SCHEMECOLOR_INDEX" val="13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5_2"/>
  <p:tag name="KSO_WM_UNIT_ID" val="custom20204425_20*l_h_i*1_5_2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f"/>
  <p:tag name="KSO_WM_UNIT_INDEX" val="1_5_1"/>
  <p:tag name="KSO_WM_UNIT_ID" val="custom20204425_20*l_h_f*1_5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8"/>
  <p:tag name="KSO_WM_UNIT_USESOURCEFORMAT_APPLY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2_1"/>
  <p:tag name="KSO_WM_UNIT_ID" val="custom20204425_20*l_h_i*1_2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.35"/>
  <p:tag name="KSO_WM_UNIT_FILL_FORE_SCHEMECOLOR_INDEX" val="13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i"/>
  <p:tag name="KSO_WM_UNIT_INDEX" val="1_2_2"/>
  <p:tag name="KSO_WM_UNIT_ID" val="custom20204425_20*l_h_i*1_2_2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UNIT_USESOURCEFORMAT_APPLY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f"/>
  <p:tag name="KSO_WM_UNIT_INDEX" val="1_2_1"/>
  <p:tag name="KSO_WM_UNIT_ID" val="custom20204425_20*l_h_f*1_2_1"/>
  <p:tag name="KSO_WM_TEMPLATE_CATEGORY" val="custom"/>
  <p:tag name="KSO_WM_TEMPLATE_INDEX" val="20204425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8"/>
  <p:tag name="KSO_WM_UNIT_USESOURCEFORMAT_APPLY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字字珠玑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NOCLEAR" val="0"/>
  <p:tag name="KSO_WM_UNIT_VALUE" val="33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4425_8*f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16;24;2"/>
  <p:tag name="KSO_WM_UNIT_BLOCK" val="0"/>
  <p:tag name="KSO_WM_UNIT_TEXT_FILL_FORE_SCHEMECOLOR_INDEX_BRIGHTNESS" val="0.25"/>
  <p:tag name="KSO_WM_UNIT_TEXT_FILL_FORE_SCHEMECOLOR_INDEX" val="13"/>
  <p:tag name="KSO_WM_UNIT_TEXT_FILL_TYPE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字字珠玑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NOCLEAR" val="0"/>
  <p:tag name="KSO_WM_UNIT_VALUE" val="33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4425_8*f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16;24;2"/>
  <p:tag name="KSO_WM_UNIT_BLOCK" val="0"/>
  <p:tag name="KSO_WM_UNIT_TEXT_FILL_FORE_SCHEMECOLOR_INDEX_BRIGHTNESS" val="0.25"/>
  <p:tag name="KSO_WM_UNIT_TEXT_FILL_FORE_SCHEMECOLOR_INDEX" val="13"/>
  <p:tag name="KSO_WM_UNIT_TEXT_FILL_TYPE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字字珠玑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NOCLEAR" val="0"/>
  <p:tag name="KSO_WM_UNIT_VALUE" val="33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4425_8*f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16;24;2"/>
  <p:tag name="KSO_WM_UNIT_BLOCK" val="0"/>
  <p:tag name="KSO_WM_UNIT_TEXT_FILL_FORE_SCHEMECOLOR_INDEX_BRIGHTNESS" val="0.25"/>
  <p:tag name="KSO_WM_UNIT_TEXT_FILL_FORE_SCHEMECOLOR_INDEX" val="13"/>
  <p:tag name="KSO_WM_UNIT_TEXT_FILL_TYPE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5"/>
  <p:tag name="KSO_WM_CHIP_INFOS" val="{&quot;layout_type&quot;:&quot;forright2&quot;,&quot;slide_type&quot;:[&quot;sectionTitle&quot;],&quot;aspect_ratio&quot;:&quot;16:9&quot;}"/>
  <p:tag name="KSO_WM_CHIP_XID" val="5ebe041a0ac41c4a0a525598"/>
  <p:tag name="KSO_WM_CHIP_FILLPROP" val="[[{&quot;fill_id&quot;:&quot;c8df1a3465854d8b966b02b3af772576&quot;,&quot;fill_align&quot;:&quot;cm&quot;,&quot;text_align&quot;:&quot;lm&quot;,&quot;text_direction&quot;:&quot;horizontal&quot;,&quot;chip_types&quot;:[&quot;text&quot;,&quot;header&quot;]}]]"/>
  <p:tag name="KSO_WM_SLIDE_ID" val="custom20204425_7"/>
  <p:tag name="KSO_WM_TEMPLATE_SUBCATEGORY" val="21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SLIDE_SIZE" val="540*400"/>
  <p:tag name="KSO_WM_SLIDE_POSITION" val="380*69"/>
  <p:tag name="KSO_WM_TAG_VERSION" val="1.0"/>
  <p:tag name="KSO_WM_SLIDE_LAYOUT" val="a_b_e"/>
  <p:tag name="KSO_WM_SLIDE_LAYOUT_CNT" val="1_1_1"/>
  <p:tag name="KSO_WM_CHIP_GROUPID" val="5ebf6661ddc3daf3fef3f760"/>
  <p:tag name="KSO_WM_SLIDE_LAYOUT_INFO" val="{&quot;id&quot;:&quot;2020-10-29T10:57:11&quot;,&quot;maxSize&quot;:{&quot;size1&quot;:67.73422761140047},&quot;minSize&quot;:{&quot;size1&quot;:56.634227611400462},&quot;normalSize&quot;:{&quot;size1&quot;:64.134227611400462},&quot;subLayout&quot;:[{&quot;id&quot;:&quot;2020-10-29T10:57:11&quot;,&quot;margin&quot;:{&quot;bottom&quot;:0.12931518256664276,&quot;left&quot;:12.558988571166992,&quot;right&quot;:2.2576775550842285,&quot;top&quot;:2.9930310249328613},&quot;type&quot;:0},{&quot;id&quot;:&quot;2020-10-29T10:57:11&quot;,&quot;margin&quot;:{&quot;bottom&quot;:2.9930362701416016,&quot;left&quot;:12.558988571166992,&quot;right&quot;:2.2576775550842285,&quot;top&quot;:0.17583785951137543},&quot;type&quot;:0}],&quot;type&quot;:0}"/>
  <p:tag name="KSO_WM_SLIDE_BK_DARK_LIGHT" val="2"/>
  <p:tag name="KSO_WM_SLIDE_BACKGROUND_TYPE" val="general"/>
  <p:tag name="KSO_WM_SLIDE_SUPPORT_FEATURE_TYPE" val="0"/>
  <p:tag name="KSO_WM_TEMPLATE_ASSEMBLE_XID" val="5f9a2f7ee01a7e847d6ffe1e"/>
  <p:tag name="KSO_WM_TEMPLATE_ASSEMBLE_GROUPID" val="5f8cf329a61ec3b55284a707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7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28;2"/>
  <p:tag name="KSO_WM_UNIT_BLOCK" val="0"/>
  <p:tag name="KSO_WM_UNIT_DEC_AREA_ID" val="27d13cc7088140c786cdc714beb3344a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8e8633be72394db987b9f27a9b1dffd7"/>
  <p:tag name="KSO_WM_UNIT_TEXT_FILL_FORE_SCHEMECOLOR_INDEX_BRIGHTNESS" val="0.15"/>
  <p:tag name="KSO_WM_UNIT_TEXT_FILL_FORE_SCHEMECOLOR_INDEX" val="13"/>
  <p:tag name="KSO_WM_UNIT_TEXT_FILL_TYPE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425_7*e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壹"/>
  <p:tag name="KSO_WM_UNIT_DEFAULT_FONT" val="72;96;4"/>
  <p:tag name="KSO_WM_UNIT_BLOCK" val="0"/>
  <p:tag name="KSO_WM_UNIT_DEC_AREA_ID" val="6a744e4961794b7cb243bda951488cd2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8e8633be72394db987b9f27a9b1dffd7"/>
  <p:tag name="KSO_WM_UNIT_TEXT_FILL_FORE_SCHEMECOLOR_INDEX_BRIGHTNESS" val="0.15"/>
  <p:tag name="KSO_WM_UNIT_TEXT_FILL_FORE_SCHEMECOLOR_INDEX" val="13"/>
  <p:tag name="KSO_WM_UNIT_TEXT_FILL_TYPE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425_8"/>
  <p:tag name="KSO_WM_TEMPLATE_SUBCATEGORY" val="0"/>
  <p:tag name="KSO_WM_TEMPLATE_MASTER_TYPE" val="0"/>
  <p:tag name="KSO_WM_TEMPLATE_COLOR_TYPE" val="1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04425"/>
  <p:tag name="KSO_WM_SLIDE_LAYOUT" val="a_f_i_k"/>
  <p:tag name="KSO_WM_SLIDE_LAYOUT_CNT" val="1_1_1_1"/>
  <p:tag name="KSO_WM_SLIDE_TYPE" val="text"/>
  <p:tag name="KSO_WM_SLIDE_SUBTYPE" val="pureTxt"/>
  <p:tag name="KSO_WM_SLIDE_SIZE" val="898*540"/>
  <p:tag name="KSO_WM_SLIDE_POSITION" val="0*0"/>
  <p:tag name="KSO_WM_SLIDE_LAYOUT_INFO" val="{&quot;direction&quot;:1,&quot;horizontalAlign&quot;:-1,&quot;verticalAlign&quot;:-1,&quot;type&quot;:0,&quot;diagramDirection&quot;:0,&quot;canSetOverLayout&quot;:0,&quot;isOverLayout&quot;:0,&quot;normalSize&quot;:{&quot;size1&quot;:33.4},&quot;minSize&quot;:{&quot;size1&quot;:33.4},&quot;maxSize&quot;:{&quot;size1&quot;:33.4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2.12,&quot;top&quot;:3.27,&quot;right&quot;:1.69,&quot;bottom&quot;:4.43},&quot;edge&quot;:{&quot;left&quot;:true,&quot;top&quot;:true,&quot;right&quot;:false,&quot;bottom&quot;:true},&quot;backgroundInfo&quot;:[{&quot;type&quot;:&quot;leftRight&quot;,&quot;left&quot;:0.0,&quot;top&quot;:0.0,&quot;right&quot;:0.0,&quot;bottom&quot;:0.0,&quot;leftAbs&quot;:false,&quot;topAbs&quot;:false,&quot;rightAbs&quot;:false,&quot;bottomAbs&quot;:false}]},{&quot;direction&quot;:0,&quot;horizontalAlign&quot;:0,&quot;verticalAlign&quot;:1,&quot;type&quot;:0,&quot;diagramDirection&quot;:0,&quot;canSetOverLayout&quot;:0,&quot;isOverLayout&quot;:0,&quot;margin&quot;:{&quot;left&quot;:1.69,&quot;top&quot;:2.12,&quot;right&quot;:2.12,&quot;bottom&quot;:2.12},&quot;edge&quot;:{&quot;left&quot;:false,&quot;top&quot;:true,&quot;right&quot;:true,&quot;bottom&quot;:true}}]}"/>
  <p:tag name="KSO_WM_SLIDE_CAN_ADD_NAVIGATION" val="1"/>
  <p:tag name="KSO_WM_SLIDE_BACKGROUND" val="[&quot;general&quot;,&quot;leftRight&quot;]"/>
  <p:tag name="KSO_WM_SLIDE_RATIO" val="1.777778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SUBTYPE" val="h"/>
  <p:tag name="KSO_WM_UNIT_BK_DARK_LIGHT" val="1"/>
  <p:tag name="KSO_WM_UNIT_BLOCK" val="0"/>
  <p:tag name="KSO_WM_UNIT_FILL_FORE_SCHEMECOLOR_INDEX_BRIGHTNESS" val="0"/>
  <p:tag name="KSO_WM_UNIT_FILL_FORE_SCHEMECOLOR_INDEX" val="15"/>
  <p:tag name="KSO_WM_UNIT_FILL_TYPE" val="1"/>
  <p:tag name="KSO_WM_UNIT_VALUE" val="425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425_8*i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FILL_FORE_SCHEMECOLOR_INDEX_BRIGHTNESS" val="0"/>
  <p:tag name="KSO_WM_UNIT_FILL_FORE_SCHEMECOLOR_INDEX" val="5"/>
  <p:tag name="KSO_WM_UNIT_FILL_TYPE" val="1"/>
  <p:tag name="KSO_WM_UNIT_VALUE" val="24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k"/>
  <p:tag name="KSO_WM_UNIT_INDEX" val="1"/>
  <p:tag name="KSO_WM_UNIT_ID" val="custom20204425_8*k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BLOCK" val="0"/>
  <p:tag name="KSO_WM_UNIT_SM_LIMIT_TYPE" val="1"/>
  <p:tag name="KSO_WM_UNIT_PRESET_TEXT" val="LOGO"/>
  <p:tag name="KSO_WM_UNIT_VALUE" val="4"/>
  <p:tag name="KSO_WM_UNIT_TEXT_FILL_FORE_SCHEMECOLOR_INDEX_BRIGHTNESS" val="0"/>
  <p:tag name="KSO_WM_UNIT_TEXT_FILL_FORE_SCHEMECOLOR_INDEX" val="14"/>
  <p:tag name="KSO_WM_UNIT_TEXT_FILL_TYPE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字字珠玑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NOCLEAR" val="0"/>
  <p:tag name="KSO_WM_UNIT_VALUE" val="33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4425_8*f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16;24;2"/>
  <p:tag name="KSO_WM_UNIT_BLOCK" val="0"/>
  <p:tag name="KSO_WM_UNIT_TEXT_FILL_FORE_SCHEMECOLOR_INDEX_BRIGHTNESS" val="0.25"/>
  <p:tag name="KSO_WM_UNIT_TEXT_FILL_FORE_SCHEMECOLOR_INDEX" val="13"/>
  <p:tag name="KSO_WM_UNIT_TEXT_FILL_TYPE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大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8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DEFAULT_FONT" val="36;44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5"/>
  <p:tag name="KSO_WM_CHIP_INFOS" val="{&quot;layout_type&quot;:&quot;formiddle3&quot;,&quot;slide_type&quot;:[&quot;endPage&quot;],&quot;aspect_ratio&quot;:&quot;16:9&quot;}"/>
  <p:tag name="KSO_WM_CHIP_XID" val="5ec34a930ac41c4a0a525d3e"/>
  <p:tag name="KSO_WM_CHIP_FILLPROP" val="[[{&quot;fill_id&quot;:&quot;0fc8cb0b5be24332a6c5a6db9e174d8a&quot;,&quot;fill_align&quot;:&quot;cm&quot;,&quot;text_align&quot;:&quot;cm&quot;,&quot;text_direction&quot;:&quot;horizontal&quot;,&quot;chip_types&quot;:[&quot;text&quot;,&quot;header&quot;]}]]"/>
  <p:tag name="KSO_WM_SLIDE_ID" val="custom20204425_47"/>
  <p:tag name="KSO_WM_TEMPLATE_SUBCATEGORY" val="21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47"/>
  <p:tag name="KSO_WM_SLIDE_SIZE" val="700*380"/>
  <p:tag name="KSO_WM_SLIDE_POSITION" val="130*79"/>
  <p:tag name="KSO_WM_TAG_VERSION" val="1.0"/>
  <p:tag name="KSO_WM_SLIDE_LAYOUT" val="a_f"/>
  <p:tag name="KSO_WM_SLIDE_LAYOUT_CNT" val="1_1"/>
  <p:tag name="KSO_WM_CHIP_GROUPID" val="5ebf6661ddc3daf3fef3f760"/>
  <p:tag name="KSO_WM_SLIDE_LAYOUT_INFO" val="{&quot;id&quot;:&quot;2020-10-29T10:57:30&quot;,&quot;maxSize&quot;:{&quot;size1&quot;:50.191049420392069},&quot;minSize&quot;:{&quot;size1&quot;:38.291049420392063},&quot;normalSize&quot;:{&quot;size1&quot;:44.891049420392072},&quot;subLayout&quot;:[{&quot;id&quot;:&quot;2020-10-29T10:57:30&quot;,&quot;margin&quot;:{&quot;bottom&quot;:0.25587353110313416,&quot;left&quot;:4.5896391868591309,&quot;right&quot;:4.5824065208435059,&quot;top&quot;:4.9621210098266602},&quot;type&quot;:0},{&quot;id&quot;:&quot;2020-10-29T10:57:30&quot;,&quot;margin&quot;:{&quot;bottom&quot;:4.9621267318725586,&quot;left&quot;:4.5896391868591309,&quot;right&quot;:4.5824065208435059,&quot;top&quot;:0.2944597601890564},&quot;type&quot;:0}],&quot;type&quot;:0}"/>
  <p:tag name="KSO_WM_SLIDE_BK_DARK_LIGHT" val="2"/>
  <p:tag name="KSO_WM_SLIDE_BACKGROUND_TYPE" val="general"/>
  <p:tag name="KSO_WM_SLIDE_SUPPORT_FEATURE_TYPE" val="0"/>
  <p:tag name="KSO_WM_TEMPLATE_ASSEMBLE_XID" val="5f9a2f7ee01a7e847d6ffe5b"/>
  <p:tag name="KSO_WM_TEMPLATE_ASSEMBLE_GROUPID" val="5f8cf329a61ec3b55284a707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25_47*a*1"/>
  <p:tag name="KSO_WM_TEMPLATE_CATEGORY" val="custom"/>
  <p:tag name="KSO_WM_TEMPLATE_INDEX" val="20204425"/>
  <p:tag name="KSO_WM_UNIT_LAYERLEVEL" val="1"/>
  <p:tag name="KSO_WM_TAG_VERSION" val="1.0"/>
  <p:tag name="KSO_WM_BEAUTIFY_FLAG" val="#wm#"/>
  <p:tag name="KSO_WM_UNIT_PRESET_TEXT" val="THANKS"/>
  <p:tag name="KSO_WM_UNIT_DEFAULT_FONT" val="24;80;4"/>
  <p:tag name="KSO_WM_UNIT_BLOCK" val="0"/>
  <p:tag name="KSO_WM_UNIT_DEC_AREA_ID" val="9de6181aeb3145058c0e94ebbd15c732"/>
  <p:tag name="KSO_WM_CHIP_GROUPID" val="5ebdf5a90ac41c4a0a525507"/>
  <p:tag name="KSO_WM_CHIP_XID" val="5ebdf5a90ac41c4a0a525508"/>
  <p:tag name="KSO_WM_CHIP_FILLAREA_FILL_RULE" val="{&quot;fill_align&quot;:&quot;cm&quot;,&quot;fill_mode&quot;:&quot;adaptive&quot;,&quot;sacle_strategy&quot;:&quot;smart&quot;}"/>
  <p:tag name="KSO_WM_ASSEMBLE_CHIP_INDEX" val="8aa266f3763e4a37ad9f27f86ee3b3d8"/>
  <p:tag name="KSO_WM_UNIT_TEXT_FILL_FORE_SCHEMECOLOR_INDEX_BRIGHTNESS" val="0.15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C8762D"/>
      </a:accent1>
      <a:accent2>
        <a:srgbClr val="9D8B30"/>
      </a:accent2>
      <a:accent3>
        <a:srgbClr val="749F40"/>
      </a:accent3>
      <a:accent4>
        <a:srgbClr val="51B15E"/>
      </a:accent4>
      <a:accent5>
        <a:srgbClr val="38BE8B"/>
      </a:accent5>
      <a:accent6>
        <a:srgbClr val="2CC7C1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800</Words>
  <Application>Microsoft Office PowerPoint</Application>
  <PresentationFormat>自定义</PresentationFormat>
  <Paragraphs>133</Paragraphs>
  <Slides>15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WPS</vt:lpstr>
      <vt:lpstr>2_Office 主题​​</vt:lpstr>
      <vt:lpstr>创新创业实践</vt:lpstr>
      <vt:lpstr>创新创业实践是一门项目制实践类课程</vt:lpstr>
      <vt:lpstr>PowerPoint 演示文稿</vt:lpstr>
      <vt:lpstr>智能电子血压计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实验室提供大量基础元器件满足基本需求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ZhangHeng</dc:creator>
  <cp:lastModifiedBy>Lenovo</cp:lastModifiedBy>
  <cp:revision>219</cp:revision>
  <dcterms:created xsi:type="dcterms:W3CDTF">2023-08-09T12:44:00Z</dcterms:created>
  <dcterms:modified xsi:type="dcterms:W3CDTF">2026-09-14T01:19:00Z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2052-12.1.0.16729</vt:lpwstr>
  </property>
</Properties>
</file>